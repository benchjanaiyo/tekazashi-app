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FF9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勇大 中里" userId="6ea977347b7a33d1" providerId="LiveId" clId="{89350A56-66EC-4418-9B21-753C4A152AF9}"/>
    <pc:docChg chg="modSld">
      <pc:chgData name="勇大 中里" userId="6ea977347b7a33d1" providerId="LiveId" clId="{89350A56-66EC-4418-9B21-753C4A152AF9}" dt="2026-05-01T16:27:27.138" v="54" actId="1036"/>
      <pc:docMkLst>
        <pc:docMk/>
      </pc:docMkLst>
      <pc:sldChg chg="modSp mod">
        <pc:chgData name="勇大 中里" userId="6ea977347b7a33d1" providerId="LiveId" clId="{89350A56-66EC-4418-9B21-753C4A152AF9}" dt="2026-05-01T16:23:45.916" v="4" actId="1076"/>
        <pc:sldMkLst>
          <pc:docMk/>
          <pc:sldMk cId="0" sldId="260"/>
        </pc:sldMkLst>
        <pc:spChg chg="mod">
          <ac:chgData name="勇大 中里" userId="6ea977347b7a33d1" providerId="LiveId" clId="{89350A56-66EC-4418-9B21-753C4A152AF9}" dt="2026-05-01T16:23:45.916" v="4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21.685" v="2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06.889" v="1" actId="465"/>
          <ac:spMkLst>
            <pc:docMk/>
            <pc:sldMk cId="0" sldId="260"/>
            <ac:spMk id="9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34.431" v="3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21.685" v="2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34.431" v="3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21.685" v="2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06.889" v="1" actId="46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34.431" v="3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21.685" v="2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06.889" v="1" actId="465"/>
          <ac:spMkLst>
            <pc:docMk/>
            <pc:sldMk cId="0" sldId="260"/>
            <ac:spMk id="18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34.431" v="3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21.685" v="2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06.889" v="1" actId="465"/>
          <ac:spMkLst>
            <pc:docMk/>
            <pc:sldMk cId="0" sldId="260"/>
            <ac:spMk id="21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34.431" v="3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21.685" v="2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06.889" v="1" actId="46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勇大 中里" userId="6ea977347b7a33d1" providerId="LiveId" clId="{89350A56-66EC-4418-9B21-753C4A152AF9}" dt="2026-05-01T16:23:34.431" v="3" actId="1076"/>
          <ac:spMkLst>
            <pc:docMk/>
            <pc:sldMk cId="0" sldId="260"/>
            <ac:spMk id="25" creationId="{00000000-0000-0000-0000-000000000000}"/>
          </ac:spMkLst>
        </pc:spChg>
      </pc:sldChg>
      <pc:sldChg chg="modSp mod">
        <pc:chgData name="勇大 中里" userId="6ea977347b7a33d1" providerId="LiveId" clId="{89350A56-66EC-4418-9B21-753C4A152AF9}" dt="2026-05-01T16:24:22.088" v="5" actId="14100"/>
        <pc:sldMkLst>
          <pc:docMk/>
          <pc:sldMk cId="0" sldId="261"/>
        </pc:sldMkLst>
        <pc:spChg chg="mod">
          <ac:chgData name="勇大 中里" userId="6ea977347b7a33d1" providerId="LiveId" clId="{89350A56-66EC-4418-9B21-753C4A152AF9}" dt="2026-05-01T16:24:22.088" v="5" actId="14100"/>
          <ac:spMkLst>
            <pc:docMk/>
            <pc:sldMk cId="0" sldId="261"/>
            <ac:spMk id="4" creationId="{00000000-0000-0000-0000-000000000000}"/>
          </ac:spMkLst>
        </pc:spChg>
      </pc:sldChg>
      <pc:sldChg chg="addSp modSp mod">
        <pc:chgData name="勇大 中里" userId="6ea977347b7a33d1" providerId="LiveId" clId="{89350A56-66EC-4418-9B21-753C4A152AF9}" dt="2026-05-01T16:27:03.101" v="32" actId="403"/>
        <pc:sldMkLst>
          <pc:docMk/>
          <pc:sldMk cId="0" sldId="262"/>
        </pc:sldMkLst>
        <pc:spChg chg="add mod">
          <ac:chgData name="勇大 中里" userId="6ea977347b7a33d1" providerId="LiveId" clId="{89350A56-66EC-4418-9B21-753C4A152AF9}" dt="2026-05-01T16:27:03.101" v="32" actId="403"/>
          <ac:spMkLst>
            <pc:docMk/>
            <pc:sldMk cId="0" sldId="262"/>
            <ac:spMk id="22" creationId="{9A96D32C-B049-059E-3893-865C82D235A3}"/>
          </ac:spMkLst>
        </pc:spChg>
      </pc:sldChg>
      <pc:sldChg chg="modSp mod">
        <pc:chgData name="勇大 中里" userId="6ea977347b7a33d1" providerId="LiveId" clId="{89350A56-66EC-4418-9B21-753C4A152AF9}" dt="2026-05-01T16:27:27.138" v="54" actId="1036"/>
        <pc:sldMkLst>
          <pc:docMk/>
          <pc:sldMk cId="0" sldId="263"/>
        </pc:sldMkLst>
        <pc:spChg chg="mod">
          <ac:chgData name="勇大 中里" userId="6ea977347b7a33d1" providerId="LiveId" clId="{89350A56-66EC-4418-9B21-753C4A152AF9}" dt="2026-05-01T16:27:27.138" v="54" actId="1036"/>
          <ac:spMkLst>
            <pc:docMk/>
            <pc:sldMk cId="0" sldId="263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953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🤲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560320" y="7315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手かざし記録アプリ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560320" y="15087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DBFE"/>
                </a:solidFill>
              </a:rPr>
              <a:t>運用・メンテナンスマニュアル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アクセス URL：</a:t>
            </a:r>
            <a:r>
              <a:rPr lang="en-US" sz="1100" dirty="0">
                <a:solidFill>
                  <a:srgbClr val="FFFFFF"/>
                </a:solidFill>
              </a:rPr>
              <a:t>https://benchjanaiyo.github.io/tekazashi-app/tekazashi-app.html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DBFE"/>
                </a:solidFill>
              </a:rPr>
              <a:t>GitHub：</a:t>
            </a:r>
            <a:r>
              <a:rPr lang="en-US" sz="1100" dirty="0">
                <a:solidFill>
                  <a:srgbClr val="BFDBFE"/>
                </a:solidFill>
              </a:rPr>
              <a:t>https://github.com/benchjanaiyo/tekazashi-app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BFE"/>
                </a:solidFill>
              </a:rPr>
              <a:t>Firebase プロジェクト：tekazashi-app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システム構成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アプリを支える3つのサービス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手かざし記録アプリ 運用マニュアル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 w="190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📁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GitHub Pages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59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ファイル公開（無料）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2286000" cy="27432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費用：無料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1887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 w="190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33756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🔐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42900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Firebase Auth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2359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Googleログイン管理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0440" y="2743200"/>
            <a:ext cx="2286000" cy="27432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42900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費用：無料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1887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 w="190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309360" y="1280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☁️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0080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Firestore DB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359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データ保存（クラウド）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2743200"/>
            <a:ext cx="2286000" cy="27432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40080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費用：無料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0" y="2194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897880" y="2194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65760" y="3977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</a:rPr>
              <a:t>すべて無料プランで運用可能。費用は一切かかりません。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アクセス情報・重要URL一覧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274320" y="497433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手かざし記録アプリ 運用マニュアル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9875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アプリURL（ユーザーに共有するURL）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3533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https://benchjanaiyo.github.io/tekazashi-app/tekazashi-app.html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2219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GitHubリポジトリ（ファイル管理）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5877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https://github.com/benchjanaiyo/tekazashi-app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3456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Firebaseコンソール（DB・認証管理）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822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https://console.firebase.google.com／プロジェクト：tekazashi-app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💡 ブックマーク推奨：Firebaseコンソールは定期メンテナンス時に使用します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ファイル更新手順（通常）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アプリを改修したあとのGitHubへのアップロード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手かざし記録アプリ 運用マニュアル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65760" y="9235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93268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https://github.com/benchjanaiyo/tekazashi-app を開く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53896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147218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tekazashi-app.html をクリックして開く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993392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65760" y="200253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20116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右上の「…」メニュー → 画面が変わったらリポジトリトップに戻る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532888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65760" y="25420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255117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「Add file」→「Upload files」をクリック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072384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65760" y="308152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309067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新しい tekazashi-app.html をドラッグ＆ドロップ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365760" y="3621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" y="363016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「Commit changes」をクリック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151376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365760" y="416052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416966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1〜2分後にアプリURLにアクセスして確認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0" y="91440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6080760" y="1005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⏱ 反映までの時間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80760" y="129844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アップロード後、GitHub Pagesへの反映に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1〜2分かかります。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テスト確認してから公開する手順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73743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本番に影響を与えずに確認したい場合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手かざし記録アプリ 運用マニュアル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54864" cy="347472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64592" y="119887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02920" y="116387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STEP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7509" y="1296147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GitHubリポジトリで「Add file」→「Upload files」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" y="1684736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02920" y="16497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7509" y="1782009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「Create a new branch」を選択 → ブランチ名：test → 「Propose changes」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059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02920" y="213560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STEP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7509" y="2267871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Settings → Pages → Branch を「test」に変更 → Save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" y="265646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02920" y="26214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STEP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7509" y="2753733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アプリURLにアクセスして確認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4592" y="3142322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10732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STEP 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7509" y="3239595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OKなら：Pull requests → Merge pull request → Confirm → Pages を main に戻す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64592" y="3628184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02920" y="35931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NG時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7509" y="3725451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Settings → Pages → Branch を「main」に戻す → testブランチを削除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⚠️ Settings → Pages の Branch 変更中は、知人からのアクセスも変わります。確認は素早く行いましょう。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メンテナンスモードの切り替え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74956" y="685800"/>
            <a:ext cx="7620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知人のアクセスを一時停止して作業する方法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手かざし記録アプリ 運用マニュアル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手順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65760" y="124358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12527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GitHubで「Add file」→「Upload files」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65760" y="20208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202996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メンテナンス用HTMLをアップロード（tekazashi-app.html として）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→ これで知人がアクセスするとメンテナンス画面が表示される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79806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280720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テスト用ファイルを別名（tekazashi-app-test.html）でアップロード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→ 確認用URL：.../tekazashi-app-test.html でアクセス可能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65760" y="35753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358444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確認完了後、本番用ファイルをtekazashi-app.html としてアップロード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25196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8640" y="43159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</a:rPr>
              <a:t>メンテナンス画面HTML：Claudeに「メンテナンス中のHTMLを作って」と依頼するとすぐに作成できます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Firestore セキュリティルール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30日ごとに確認が必要な設定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手かざし記録アプリ 運用マニュアル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⚠️ テストモードの期限切れに注意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16128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初期設定のテストモードには有効期限があります。期限が切れるとアプリが使えなくなります。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本番用ルールの設定方法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65760" y="192938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" y="19385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Firebaseコンソール → Firestore Database → 「ルール」タブを開く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65760" y="24048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241401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現在のルールをすべて削除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71216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65760" y="288036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288950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下記の本番ルールを貼り付けて「公開」をクリック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401568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1E2D4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94360" y="3474720"/>
            <a:ext cx="7955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rules_version = '2';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cloud.firestore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/databases/{database}/documents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 /{col}/{doc}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allow read, write: if request.auth != null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&amp;&amp; request.auth.uid == resource.data.uid;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allow create: if request.auth != null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&amp;&amp; request.auth.uid == request.resource.data.uid;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A96D32C-B049-059E-3893-865C82D235A3}"/>
              </a:ext>
            </a:extLst>
          </p:cNvPr>
          <p:cNvSpPr/>
          <p:nvPr/>
        </p:nvSpPr>
        <p:spPr>
          <a:xfrm>
            <a:off x="0" y="0"/>
            <a:ext cx="9144000" cy="5157216"/>
          </a:xfrm>
          <a:prstGeom prst="rect">
            <a:avLst/>
          </a:prstGeom>
          <a:solidFill>
            <a:srgbClr val="000000">
              <a:alpha val="6902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dirty="0">
                <a:solidFill>
                  <a:srgbClr val="47FF9A"/>
                </a:solidFill>
              </a:rPr>
              <a:t>対応済み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Claudeへの改修依頼方法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アプリを改善・修正したいときの依頼の仕方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手かざし記録アプリ 運用マニュアル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6432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改修作業はClaudeに依頼できます。過去の会話履歴から開発経緯を参照できます。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修正依頼の例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「施光タブの〇〇ボタンを押すと何も起きない」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「〇〇の画面をこのように変えてほしい」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298448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291840" y="138988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📎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29000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ファイルを添付する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39572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修正後のHTMLファイルはClaudeがダウンロードリンクで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提供します。GitHubにアップロードするだけで完了。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298448"/>
            <a:ext cx="2697480" cy="2560320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217920" y="138988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55080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エラー時の調べ方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395728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ブラウザでF12→Console タブの赤いエラー文を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そのままClaudeに伝えると原因がわかります。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041648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02920" y="413308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過去の開発会話をClaudeが記憶しているため、「以前作った手かざし記録アプリの修正をしたい」と伝えるだけで文脈を理解してくれます。常に最新のHTMLファイルを手元に保管しておくと安心です。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560</Words>
  <Application>Microsoft Office PowerPoint</Application>
  <PresentationFormat>画面に合わせる (16:9)</PresentationFormat>
  <Paragraphs>136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手かざし記録アプリ 運用・メンテナンスマニュアル</dc:title>
  <dc:subject>PptxGenJS Presentation</dc:subject>
  <dc:creator>PptxGenJS</dc:creator>
  <cp:lastModifiedBy>勇大 中里</cp:lastModifiedBy>
  <cp:revision>1</cp:revision>
  <dcterms:created xsi:type="dcterms:W3CDTF">2026-05-01T13:43:51Z</dcterms:created>
  <dcterms:modified xsi:type="dcterms:W3CDTF">2026-05-01T16:27:33Z</dcterms:modified>
</cp:coreProperties>
</file>