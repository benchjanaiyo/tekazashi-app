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4" r:id="rId5"/>
    <p:sldId id="259" r:id="rId6"/>
    <p:sldId id="260" r:id="rId7"/>
    <p:sldId id="261" r:id="rId8"/>
    <p:sldId id="262" r:id="rId9"/>
    <p:sldId id="263"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FF9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10A0FB-E79E-4C05-A280-A44C024C72EB}" v="4" dt="2026-05-06T05:31:18.4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10" d="100"/>
          <a:sy n="210" d="100"/>
        </p:scale>
        <p:origin x="38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勇大 中里" userId="6ea977347b7a33d1" providerId="LiveId" clId="{89350A56-66EC-4418-9B21-753C4A152AF9}"/>
    <pc:docChg chg="undo custSel addSld modSld">
      <pc:chgData name="勇大 中里" userId="6ea977347b7a33d1" providerId="LiveId" clId="{89350A56-66EC-4418-9B21-753C4A152AF9}" dt="2026-05-06T05:40:36.588" v="183" actId="14100"/>
      <pc:docMkLst>
        <pc:docMk/>
      </pc:docMkLst>
      <pc:sldChg chg="delSp modSp mod">
        <pc:chgData name="勇大 中里" userId="6ea977347b7a33d1" providerId="LiveId" clId="{89350A56-66EC-4418-9B21-753C4A152AF9}" dt="2026-05-06T05:33:08.505" v="159" actId="478"/>
        <pc:sldMkLst>
          <pc:docMk/>
          <pc:sldMk cId="0" sldId="259"/>
        </pc:sldMkLst>
        <pc:spChg chg="mod">
          <ac:chgData name="勇大 中里" userId="6ea977347b7a33d1" providerId="LiveId" clId="{89350A56-66EC-4418-9B21-753C4A152AF9}" dt="2026-05-06T03:54:07.101" v="55" actId="20577"/>
          <ac:spMkLst>
            <pc:docMk/>
            <pc:sldMk cId="0" sldId="259"/>
            <ac:spMk id="4" creationId="{00000000-0000-0000-0000-000000000000}"/>
          </ac:spMkLst>
        </pc:spChg>
        <pc:spChg chg="mod">
          <ac:chgData name="勇大 中里" userId="6ea977347b7a33d1" providerId="LiveId" clId="{89350A56-66EC-4418-9B21-753C4A152AF9}" dt="2026-05-06T05:32:16.636" v="150" actId="14100"/>
          <ac:spMkLst>
            <pc:docMk/>
            <pc:sldMk cId="0" sldId="259"/>
            <ac:spMk id="9" creationId="{00000000-0000-0000-0000-000000000000}"/>
          </ac:spMkLst>
        </pc:spChg>
        <pc:spChg chg="mod">
          <ac:chgData name="勇大 中里" userId="6ea977347b7a33d1" providerId="LiveId" clId="{89350A56-66EC-4418-9B21-753C4A152AF9}" dt="2026-05-06T05:32:19.257" v="151" actId="14100"/>
          <ac:spMkLst>
            <pc:docMk/>
            <pc:sldMk cId="0" sldId="259"/>
            <ac:spMk id="12" creationId="{00000000-0000-0000-0000-000000000000}"/>
          </ac:spMkLst>
        </pc:spChg>
        <pc:spChg chg="mod">
          <ac:chgData name="勇大 中里" userId="6ea977347b7a33d1" providerId="LiveId" clId="{89350A56-66EC-4418-9B21-753C4A152AF9}" dt="2026-05-06T05:32:21.992" v="152" actId="14100"/>
          <ac:spMkLst>
            <pc:docMk/>
            <pc:sldMk cId="0" sldId="259"/>
            <ac:spMk id="15" creationId="{00000000-0000-0000-0000-000000000000}"/>
          </ac:spMkLst>
        </pc:spChg>
        <pc:spChg chg="mod">
          <ac:chgData name="勇大 中里" userId="6ea977347b7a33d1" providerId="LiveId" clId="{89350A56-66EC-4418-9B21-753C4A152AF9}" dt="2026-05-06T05:32:26.263" v="153" actId="14100"/>
          <ac:spMkLst>
            <pc:docMk/>
            <pc:sldMk cId="0" sldId="259"/>
            <ac:spMk id="18" creationId="{00000000-0000-0000-0000-000000000000}"/>
          </ac:spMkLst>
        </pc:spChg>
        <pc:spChg chg="mod">
          <ac:chgData name="勇大 中里" userId="6ea977347b7a33d1" providerId="LiveId" clId="{89350A56-66EC-4418-9B21-753C4A152AF9}" dt="2026-05-06T05:32:29.902" v="154" actId="14100"/>
          <ac:spMkLst>
            <pc:docMk/>
            <pc:sldMk cId="0" sldId="259"/>
            <ac:spMk id="21" creationId="{00000000-0000-0000-0000-000000000000}"/>
          </ac:spMkLst>
        </pc:spChg>
        <pc:spChg chg="del">
          <ac:chgData name="勇大 中里" userId="6ea977347b7a33d1" providerId="LiveId" clId="{89350A56-66EC-4418-9B21-753C4A152AF9}" dt="2026-05-06T05:31:07.745" v="144" actId="478"/>
          <ac:spMkLst>
            <pc:docMk/>
            <pc:sldMk cId="0" sldId="259"/>
            <ac:spMk id="22" creationId="{00000000-0000-0000-0000-000000000000}"/>
          </ac:spMkLst>
        </pc:spChg>
        <pc:spChg chg="del mod">
          <ac:chgData name="勇大 中里" userId="6ea977347b7a33d1" providerId="LiveId" clId="{89350A56-66EC-4418-9B21-753C4A152AF9}" dt="2026-05-06T05:31:07.745" v="144" actId="478"/>
          <ac:spMkLst>
            <pc:docMk/>
            <pc:sldMk cId="0" sldId="259"/>
            <ac:spMk id="23" creationId="{00000000-0000-0000-0000-000000000000}"/>
          </ac:spMkLst>
        </pc:spChg>
        <pc:spChg chg="del mod">
          <ac:chgData name="勇大 中里" userId="6ea977347b7a33d1" providerId="LiveId" clId="{89350A56-66EC-4418-9B21-753C4A152AF9}" dt="2026-05-06T05:33:06.194" v="158" actId="478"/>
          <ac:spMkLst>
            <pc:docMk/>
            <pc:sldMk cId="0" sldId="259"/>
            <ac:spMk id="24" creationId="{00000000-0000-0000-0000-000000000000}"/>
          </ac:spMkLst>
        </pc:spChg>
        <pc:spChg chg="del">
          <ac:chgData name="勇大 中里" userId="6ea977347b7a33d1" providerId="LiveId" clId="{89350A56-66EC-4418-9B21-753C4A152AF9}" dt="2026-05-06T05:31:07.745" v="144" actId="478"/>
          <ac:spMkLst>
            <pc:docMk/>
            <pc:sldMk cId="0" sldId="259"/>
            <ac:spMk id="25" creationId="{00000000-0000-0000-0000-000000000000}"/>
          </ac:spMkLst>
        </pc:spChg>
        <pc:spChg chg="del mod">
          <ac:chgData name="勇大 中里" userId="6ea977347b7a33d1" providerId="LiveId" clId="{89350A56-66EC-4418-9B21-753C4A152AF9}" dt="2026-05-06T05:31:07.745" v="144" actId="478"/>
          <ac:spMkLst>
            <pc:docMk/>
            <pc:sldMk cId="0" sldId="259"/>
            <ac:spMk id="26" creationId="{00000000-0000-0000-0000-000000000000}"/>
          </ac:spMkLst>
        </pc:spChg>
        <pc:spChg chg="del mod">
          <ac:chgData name="勇大 中里" userId="6ea977347b7a33d1" providerId="LiveId" clId="{89350A56-66EC-4418-9B21-753C4A152AF9}" dt="2026-05-06T05:33:08.505" v="159" actId="478"/>
          <ac:spMkLst>
            <pc:docMk/>
            <pc:sldMk cId="0" sldId="259"/>
            <ac:spMk id="27" creationId="{00000000-0000-0000-0000-000000000000}"/>
          </ac:spMkLst>
        </pc:spChg>
        <pc:spChg chg="mod">
          <ac:chgData name="勇大 中里" userId="6ea977347b7a33d1" providerId="LiveId" clId="{89350A56-66EC-4418-9B21-753C4A152AF9}" dt="2026-05-06T03:54:07.215" v="65" actId="20577"/>
          <ac:spMkLst>
            <pc:docMk/>
            <pc:sldMk cId="0" sldId="259"/>
            <ac:spMk id="29" creationId="{00000000-0000-0000-0000-000000000000}"/>
          </ac:spMkLst>
        </pc:spChg>
        <pc:spChg chg="mod">
          <ac:chgData name="勇大 中里" userId="6ea977347b7a33d1" providerId="LiveId" clId="{89350A56-66EC-4418-9B21-753C4A152AF9}" dt="2026-05-06T03:54:07.226" v="66" actId="20577"/>
          <ac:spMkLst>
            <pc:docMk/>
            <pc:sldMk cId="0" sldId="259"/>
            <ac:spMk id="30" creationId="{00000000-0000-0000-0000-000000000000}"/>
          </ac:spMkLst>
        </pc:spChg>
      </pc:sldChg>
      <pc:sldChg chg="modSp mod">
        <pc:chgData name="勇大 中里" userId="6ea977347b7a33d1" providerId="LiveId" clId="{89350A56-66EC-4418-9B21-753C4A152AF9}" dt="2026-05-06T03:54:07.326" v="74" actId="20577"/>
        <pc:sldMkLst>
          <pc:docMk/>
          <pc:sldMk cId="0" sldId="260"/>
        </pc:sldMkLst>
        <pc:spChg chg="mod">
          <ac:chgData name="勇大 中里" userId="6ea977347b7a33d1" providerId="LiveId" clId="{89350A56-66EC-4418-9B21-753C4A152AF9}" dt="2026-05-06T03:54:07.249" v="67" actId="20577"/>
          <ac:spMkLst>
            <pc:docMk/>
            <pc:sldMk cId="0" sldId="260"/>
            <ac:spMk id="4" creationId="{00000000-0000-0000-0000-000000000000}"/>
          </ac:spMkLst>
        </pc:spChg>
        <pc:spChg chg="mod">
          <ac:chgData name="勇大 中里" userId="6ea977347b7a33d1" providerId="LiveId" clId="{89350A56-66EC-4418-9B21-753C4A152AF9}" dt="2026-05-01T16:23:21.685" v="2" actId="1076"/>
          <ac:spMkLst>
            <pc:docMk/>
            <pc:sldMk cId="0" sldId="260"/>
            <ac:spMk id="8" creationId="{00000000-0000-0000-0000-000000000000}"/>
          </ac:spMkLst>
        </pc:spChg>
        <pc:spChg chg="mod">
          <ac:chgData name="勇大 中里" userId="6ea977347b7a33d1" providerId="LiveId" clId="{89350A56-66EC-4418-9B21-753C4A152AF9}" dt="2026-05-01T16:23:06.889" v="1" actId="465"/>
          <ac:spMkLst>
            <pc:docMk/>
            <pc:sldMk cId="0" sldId="260"/>
            <ac:spMk id="9" creationId="{00000000-0000-0000-0000-000000000000}"/>
          </ac:spMkLst>
        </pc:spChg>
        <pc:spChg chg="mod">
          <ac:chgData name="勇大 中里" userId="6ea977347b7a33d1" providerId="LiveId" clId="{89350A56-66EC-4418-9B21-753C4A152AF9}" dt="2026-05-06T03:54:07.249" v="68" actId="20577"/>
          <ac:spMkLst>
            <pc:docMk/>
            <pc:sldMk cId="0" sldId="260"/>
            <ac:spMk id="10" creationId="{00000000-0000-0000-0000-000000000000}"/>
          </ac:spMkLst>
        </pc:spChg>
        <pc:spChg chg="mod">
          <ac:chgData name="勇大 中里" userId="6ea977347b7a33d1" providerId="LiveId" clId="{89350A56-66EC-4418-9B21-753C4A152AF9}" dt="2026-05-01T16:23:21.685" v="2" actId="1076"/>
          <ac:spMkLst>
            <pc:docMk/>
            <pc:sldMk cId="0" sldId="260"/>
            <ac:spMk id="11" creationId="{00000000-0000-0000-0000-000000000000}"/>
          </ac:spMkLst>
        </pc:spChg>
        <pc:spChg chg="mod">
          <ac:chgData name="勇大 中里" userId="6ea977347b7a33d1" providerId="LiveId" clId="{89350A56-66EC-4418-9B21-753C4A152AF9}" dt="2026-05-06T03:54:07.265" v="69" actId="20577"/>
          <ac:spMkLst>
            <pc:docMk/>
            <pc:sldMk cId="0" sldId="260"/>
            <ac:spMk id="13" creationId="{00000000-0000-0000-0000-000000000000}"/>
          </ac:spMkLst>
        </pc:spChg>
        <pc:spChg chg="mod">
          <ac:chgData name="勇大 中里" userId="6ea977347b7a33d1" providerId="LiveId" clId="{89350A56-66EC-4418-9B21-753C4A152AF9}" dt="2026-05-01T16:23:21.685" v="2" actId="1076"/>
          <ac:spMkLst>
            <pc:docMk/>
            <pc:sldMk cId="0" sldId="260"/>
            <ac:spMk id="14" creationId="{00000000-0000-0000-0000-000000000000}"/>
          </ac:spMkLst>
        </pc:spChg>
        <pc:spChg chg="mod">
          <ac:chgData name="勇大 中里" userId="6ea977347b7a33d1" providerId="LiveId" clId="{89350A56-66EC-4418-9B21-753C4A152AF9}" dt="2026-05-01T16:23:06.889" v="1" actId="465"/>
          <ac:spMkLst>
            <pc:docMk/>
            <pc:sldMk cId="0" sldId="260"/>
            <ac:spMk id="15" creationId="{00000000-0000-0000-0000-000000000000}"/>
          </ac:spMkLst>
        </pc:spChg>
        <pc:spChg chg="mod">
          <ac:chgData name="勇大 中里" userId="6ea977347b7a33d1" providerId="LiveId" clId="{89350A56-66EC-4418-9B21-753C4A152AF9}" dt="2026-05-06T03:54:07.267" v="70" actId="20577"/>
          <ac:spMkLst>
            <pc:docMk/>
            <pc:sldMk cId="0" sldId="260"/>
            <ac:spMk id="16" creationId="{00000000-0000-0000-0000-000000000000}"/>
          </ac:spMkLst>
        </pc:spChg>
        <pc:spChg chg="mod">
          <ac:chgData name="勇大 中里" userId="6ea977347b7a33d1" providerId="LiveId" clId="{89350A56-66EC-4418-9B21-753C4A152AF9}" dt="2026-05-01T16:23:21.685" v="2" actId="1076"/>
          <ac:spMkLst>
            <pc:docMk/>
            <pc:sldMk cId="0" sldId="260"/>
            <ac:spMk id="17" creationId="{00000000-0000-0000-0000-000000000000}"/>
          </ac:spMkLst>
        </pc:spChg>
        <pc:spChg chg="mod">
          <ac:chgData name="勇大 中里" userId="6ea977347b7a33d1" providerId="LiveId" clId="{89350A56-66EC-4418-9B21-753C4A152AF9}" dt="2026-05-01T16:23:06.889" v="1" actId="465"/>
          <ac:spMkLst>
            <pc:docMk/>
            <pc:sldMk cId="0" sldId="260"/>
            <ac:spMk id="18" creationId="{00000000-0000-0000-0000-000000000000}"/>
          </ac:spMkLst>
        </pc:spChg>
        <pc:spChg chg="mod">
          <ac:chgData name="勇大 中里" userId="6ea977347b7a33d1" providerId="LiveId" clId="{89350A56-66EC-4418-9B21-753C4A152AF9}" dt="2026-05-06T03:54:07.285" v="71" actId="20577"/>
          <ac:spMkLst>
            <pc:docMk/>
            <pc:sldMk cId="0" sldId="260"/>
            <ac:spMk id="19" creationId="{00000000-0000-0000-0000-000000000000}"/>
          </ac:spMkLst>
        </pc:spChg>
        <pc:spChg chg="mod">
          <ac:chgData name="勇大 中里" userId="6ea977347b7a33d1" providerId="LiveId" clId="{89350A56-66EC-4418-9B21-753C4A152AF9}" dt="2026-05-01T16:23:21.685" v="2" actId="1076"/>
          <ac:spMkLst>
            <pc:docMk/>
            <pc:sldMk cId="0" sldId="260"/>
            <ac:spMk id="20" creationId="{00000000-0000-0000-0000-000000000000}"/>
          </ac:spMkLst>
        </pc:spChg>
        <pc:spChg chg="mod">
          <ac:chgData name="勇大 中里" userId="6ea977347b7a33d1" providerId="LiveId" clId="{89350A56-66EC-4418-9B21-753C4A152AF9}" dt="2026-05-01T16:23:06.889" v="1" actId="465"/>
          <ac:spMkLst>
            <pc:docMk/>
            <pc:sldMk cId="0" sldId="260"/>
            <ac:spMk id="21" creationId="{00000000-0000-0000-0000-000000000000}"/>
          </ac:spMkLst>
        </pc:spChg>
        <pc:spChg chg="mod">
          <ac:chgData name="勇大 中里" userId="6ea977347b7a33d1" providerId="LiveId" clId="{89350A56-66EC-4418-9B21-753C4A152AF9}" dt="2026-05-06T03:54:07.300" v="72" actId="20577"/>
          <ac:spMkLst>
            <pc:docMk/>
            <pc:sldMk cId="0" sldId="260"/>
            <ac:spMk id="22" creationId="{00000000-0000-0000-0000-000000000000}"/>
          </ac:spMkLst>
        </pc:spChg>
        <pc:spChg chg="mod">
          <ac:chgData name="勇大 中里" userId="6ea977347b7a33d1" providerId="LiveId" clId="{89350A56-66EC-4418-9B21-753C4A152AF9}" dt="2026-05-01T16:23:21.685" v="2" actId="1076"/>
          <ac:spMkLst>
            <pc:docMk/>
            <pc:sldMk cId="0" sldId="260"/>
            <ac:spMk id="23" creationId="{00000000-0000-0000-0000-000000000000}"/>
          </ac:spMkLst>
        </pc:spChg>
        <pc:spChg chg="mod">
          <ac:chgData name="勇大 中里" userId="6ea977347b7a33d1" providerId="LiveId" clId="{89350A56-66EC-4418-9B21-753C4A152AF9}" dt="2026-05-01T16:23:06.889" v="1" actId="465"/>
          <ac:spMkLst>
            <pc:docMk/>
            <pc:sldMk cId="0" sldId="260"/>
            <ac:spMk id="24" creationId="{00000000-0000-0000-0000-000000000000}"/>
          </ac:spMkLst>
        </pc:spChg>
        <pc:spChg chg="mod">
          <ac:chgData name="勇大 中里" userId="6ea977347b7a33d1" providerId="LiveId" clId="{89350A56-66EC-4418-9B21-753C4A152AF9}" dt="2026-05-06T03:54:07.306" v="73" actId="20577"/>
          <ac:spMkLst>
            <pc:docMk/>
            <pc:sldMk cId="0" sldId="260"/>
            <ac:spMk id="25" creationId="{00000000-0000-0000-0000-000000000000}"/>
          </ac:spMkLst>
        </pc:spChg>
        <pc:spChg chg="mod">
          <ac:chgData name="勇大 中里" userId="6ea977347b7a33d1" providerId="LiveId" clId="{89350A56-66EC-4418-9B21-753C4A152AF9}" dt="2026-05-06T03:54:07.326" v="74" actId="20577"/>
          <ac:spMkLst>
            <pc:docMk/>
            <pc:sldMk cId="0" sldId="260"/>
            <ac:spMk id="27" creationId="{00000000-0000-0000-0000-000000000000}"/>
          </ac:spMkLst>
        </pc:spChg>
      </pc:sldChg>
      <pc:sldChg chg="modSp mod">
        <pc:chgData name="勇大 中里" userId="6ea977347b7a33d1" providerId="LiveId" clId="{89350A56-66EC-4418-9B21-753C4A152AF9}" dt="2026-05-06T03:54:07.399" v="81" actId="20577"/>
        <pc:sldMkLst>
          <pc:docMk/>
          <pc:sldMk cId="0" sldId="261"/>
        </pc:sldMkLst>
        <pc:spChg chg="mod">
          <ac:chgData name="勇大 中里" userId="6ea977347b7a33d1" providerId="LiveId" clId="{89350A56-66EC-4418-9B21-753C4A152AF9}" dt="2026-05-01T16:24:22.088" v="5" actId="14100"/>
          <ac:spMkLst>
            <pc:docMk/>
            <pc:sldMk cId="0" sldId="261"/>
            <ac:spMk id="4" creationId="{00000000-0000-0000-0000-000000000000}"/>
          </ac:spMkLst>
        </pc:spChg>
        <pc:spChg chg="mod">
          <ac:chgData name="勇大 中里" userId="6ea977347b7a33d1" providerId="LiveId" clId="{89350A56-66EC-4418-9B21-753C4A152AF9}" dt="2026-05-06T03:54:07.335" v="75" actId="20577"/>
          <ac:spMkLst>
            <pc:docMk/>
            <pc:sldMk cId="0" sldId="261"/>
            <ac:spMk id="10" creationId="{00000000-0000-0000-0000-000000000000}"/>
          </ac:spMkLst>
        </pc:spChg>
        <pc:spChg chg="mod">
          <ac:chgData name="勇大 中里" userId="6ea977347b7a33d1" providerId="LiveId" clId="{89350A56-66EC-4418-9B21-753C4A152AF9}" dt="2026-05-06T03:54:07.337" v="76" actId="20577"/>
          <ac:spMkLst>
            <pc:docMk/>
            <pc:sldMk cId="0" sldId="261"/>
            <ac:spMk id="13" creationId="{00000000-0000-0000-0000-000000000000}"/>
          </ac:spMkLst>
        </pc:spChg>
        <pc:spChg chg="mod">
          <ac:chgData name="勇大 中里" userId="6ea977347b7a33d1" providerId="LiveId" clId="{89350A56-66EC-4418-9B21-753C4A152AF9}" dt="2026-05-06T03:54:07.361" v="77" actId="20577"/>
          <ac:spMkLst>
            <pc:docMk/>
            <pc:sldMk cId="0" sldId="261"/>
            <ac:spMk id="14" creationId="{00000000-0000-0000-0000-000000000000}"/>
          </ac:spMkLst>
        </pc:spChg>
        <pc:spChg chg="mod">
          <ac:chgData name="勇大 中里" userId="6ea977347b7a33d1" providerId="LiveId" clId="{89350A56-66EC-4418-9B21-753C4A152AF9}" dt="2026-05-06T03:54:07.366" v="78" actId="20577"/>
          <ac:spMkLst>
            <pc:docMk/>
            <pc:sldMk cId="0" sldId="261"/>
            <ac:spMk id="17" creationId="{00000000-0000-0000-0000-000000000000}"/>
          </ac:spMkLst>
        </pc:spChg>
        <pc:spChg chg="mod">
          <ac:chgData name="勇大 中里" userId="6ea977347b7a33d1" providerId="LiveId" clId="{89350A56-66EC-4418-9B21-753C4A152AF9}" dt="2026-05-06T03:54:07.382" v="79" actId="20577"/>
          <ac:spMkLst>
            <pc:docMk/>
            <pc:sldMk cId="0" sldId="261"/>
            <ac:spMk id="18" creationId="{00000000-0000-0000-0000-000000000000}"/>
          </ac:spMkLst>
        </pc:spChg>
        <pc:spChg chg="mod">
          <ac:chgData name="勇大 中里" userId="6ea977347b7a33d1" providerId="LiveId" clId="{89350A56-66EC-4418-9B21-753C4A152AF9}" dt="2026-05-06T03:54:07.399" v="80" actId="20577"/>
          <ac:spMkLst>
            <pc:docMk/>
            <pc:sldMk cId="0" sldId="261"/>
            <ac:spMk id="21" creationId="{00000000-0000-0000-0000-000000000000}"/>
          </ac:spMkLst>
        </pc:spChg>
        <pc:spChg chg="mod">
          <ac:chgData name="勇大 中里" userId="6ea977347b7a33d1" providerId="LiveId" clId="{89350A56-66EC-4418-9B21-753C4A152AF9}" dt="2026-05-06T03:54:07.399" v="81" actId="20577"/>
          <ac:spMkLst>
            <pc:docMk/>
            <pc:sldMk cId="0" sldId="261"/>
            <ac:spMk id="23" creationId="{00000000-0000-0000-0000-000000000000}"/>
          </ac:spMkLst>
        </pc:spChg>
      </pc:sldChg>
      <pc:sldChg chg="addSp modSp mod">
        <pc:chgData name="勇大 中里" userId="6ea977347b7a33d1" providerId="LiveId" clId="{89350A56-66EC-4418-9B21-753C4A152AF9}" dt="2026-05-06T05:40:36.588" v="183" actId="14100"/>
        <pc:sldMkLst>
          <pc:docMk/>
          <pc:sldMk cId="0" sldId="262"/>
        </pc:sldMkLst>
        <pc:spChg chg="mod">
          <ac:chgData name="勇大 中里" userId="6ea977347b7a33d1" providerId="LiveId" clId="{89350A56-66EC-4418-9B21-753C4A152AF9}" dt="2026-05-06T03:54:07.416" v="82" actId="20577"/>
          <ac:spMkLst>
            <pc:docMk/>
            <pc:sldMk cId="0" sldId="262"/>
            <ac:spMk id="4" creationId="{00000000-0000-0000-0000-000000000000}"/>
          </ac:spMkLst>
        </pc:spChg>
        <pc:spChg chg="mod">
          <ac:chgData name="勇大 中里" userId="6ea977347b7a33d1" providerId="LiveId" clId="{89350A56-66EC-4418-9B21-753C4A152AF9}" dt="2026-05-06T03:54:07.432" v="83" actId="20577"/>
          <ac:spMkLst>
            <pc:docMk/>
            <pc:sldMk cId="0" sldId="262"/>
            <ac:spMk id="8" creationId="{00000000-0000-0000-0000-000000000000}"/>
          </ac:spMkLst>
        </pc:spChg>
        <pc:spChg chg="mod">
          <ac:chgData name="勇大 中里" userId="6ea977347b7a33d1" providerId="LiveId" clId="{89350A56-66EC-4418-9B21-753C4A152AF9}" dt="2026-05-06T03:54:07.461" v="84" actId="20577"/>
          <ac:spMkLst>
            <pc:docMk/>
            <pc:sldMk cId="0" sldId="262"/>
            <ac:spMk id="9" creationId="{00000000-0000-0000-0000-000000000000}"/>
          </ac:spMkLst>
        </pc:spChg>
        <pc:spChg chg="mod">
          <ac:chgData name="勇大 中里" userId="6ea977347b7a33d1" providerId="LiveId" clId="{89350A56-66EC-4418-9B21-753C4A152AF9}" dt="2026-05-06T05:34:43.057" v="178" actId="14100"/>
          <ac:spMkLst>
            <pc:docMk/>
            <pc:sldMk cId="0" sldId="262"/>
            <ac:spMk id="13" creationId="{00000000-0000-0000-0000-000000000000}"/>
          </ac:spMkLst>
        </pc:spChg>
        <pc:spChg chg="mod">
          <ac:chgData name="勇大 中里" userId="6ea977347b7a33d1" providerId="LiveId" clId="{89350A56-66EC-4418-9B21-753C4A152AF9}" dt="2026-05-06T05:34:46.391" v="179" actId="14100"/>
          <ac:spMkLst>
            <pc:docMk/>
            <pc:sldMk cId="0" sldId="262"/>
            <ac:spMk id="16" creationId="{00000000-0000-0000-0000-000000000000}"/>
          </ac:spMkLst>
        </pc:spChg>
        <pc:spChg chg="mod">
          <ac:chgData name="勇大 中里" userId="6ea977347b7a33d1" providerId="LiveId" clId="{89350A56-66EC-4418-9B21-753C4A152AF9}" dt="2026-05-06T05:34:37.510" v="177" actId="14100"/>
          <ac:spMkLst>
            <pc:docMk/>
            <pc:sldMk cId="0" sldId="262"/>
            <ac:spMk id="19" creationId="{00000000-0000-0000-0000-000000000000}"/>
          </ac:spMkLst>
        </pc:spChg>
        <pc:spChg chg="mod">
          <ac:chgData name="勇大 中里" userId="6ea977347b7a33d1" providerId="LiveId" clId="{89350A56-66EC-4418-9B21-753C4A152AF9}" dt="2026-05-06T05:34:16.561" v="172" actId="1076"/>
          <ac:spMkLst>
            <pc:docMk/>
            <pc:sldMk cId="0" sldId="262"/>
            <ac:spMk id="20" creationId="{00000000-0000-0000-0000-000000000000}"/>
          </ac:spMkLst>
        </pc:spChg>
        <pc:spChg chg="mod">
          <ac:chgData name="勇大 中里" userId="6ea977347b7a33d1" providerId="LiveId" clId="{89350A56-66EC-4418-9B21-753C4A152AF9}" dt="2026-05-06T05:34:27.598" v="176" actId="207"/>
          <ac:spMkLst>
            <pc:docMk/>
            <pc:sldMk cId="0" sldId="262"/>
            <ac:spMk id="21" creationId="{00000000-0000-0000-0000-000000000000}"/>
          </ac:spMkLst>
        </pc:spChg>
        <pc:spChg chg="add mod">
          <ac:chgData name="勇大 中里" userId="6ea977347b7a33d1" providerId="LiveId" clId="{89350A56-66EC-4418-9B21-753C4A152AF9}" dt="2026-05-06T05:40:36.588" v="183" actId="14100"/>
          <ac:spMkLst>
            <pc:docMk/>
            <pc:sldMk cId="0" sldId="262"/>
            <ac:spMk id="22" creationId="{9A96D32C-B049-059E-3893-865C82D235A3}"/>
          </ac:spMkLst>
        </pc:spChg>
      </pc:sldChg>
      <pc:sldChg chg="modSp mod">
        <pc:chgData name="勇大 中里" userId="6ea977347b7a33d1" providerId="LiveId" clId="{89350A56-66EC-4418-9B21-753C4A152AF9}" dt="2026-05-06T03:54:07.649" v="93" actId="20577"/>
        <pc:sldMkLst>
          <pc:docMk/>
          <pc:sldMk cId="0" sldId="263"/>
        </pc:sldMkLst>
        <pc:spChg chg="mod">
          <ac:chgData name="勇大 中里" userId="6ea977347b7a33d1" providerId="LiveId" clId="{89350A56-66EC-4418-9B21-753C4A152AF9}" dt="2026-05-06T03:54:07.566" v="86" actId="20577"/>
          <ac:spMkLst>
            <pc:docMk/>
            <pc:sldMk cId="0" sldId="263"/>
            <ac:spMk id="7" creationId="{00000000-0000-0000-0000-000000000000}"/>
          </ac:spMkLst>
        </pc:spChg>
        <pc:spChg chg="mod">
          <ac:chgData name="勇大 中里" userId="6ea977347b7a33d1" providerId="LiveId" clId="{89350A56-66EC-4418-9B21-753C4A152AF9}" dt="2026-05-06T03:54:07.583" v="87" actId="20577"/>
          <ac:spMkLst>
            <pc:docMk/>
            <pc:sldMk cId="0" sldId="263"/>
            <ac:spMk id="10" creationId="{00000000-0000-0000-0000-000000000000}"/>
          </ac:spMkLst>
        </pc:spChg>
        <pc:spChg chg="mod">
          <ac:chgData name="勇大 中里" userId="6ea977347b7a33d1" providerId="LiveId" clId="{89350A56-66EC-4418-9B21-753C4A152AF9}" dt="2026-05-06T03:54:07.599" v="88" actId="20577"/>
          <ac:spMkLst>
            <pc:docMk/>
            <pc:sldMk cId="0" sldId="263"/>
            <ac:spMk id="11" creationId="{00000000-0000-0000-0000-000000000000}"/>
          </ac:spMkLst>
        </pc:spChg>
        <pc:spChg chg="mod">
          <ac:chgData name="勇大 中里" userId="6ea977347b7a33d1" providerId="LiveId" clId="{89350A56-66EC-4418-9B21-753C4A152AF9}" dt="2026-05-06T03:54:07.599" v="89" actId="20577"/>
          <ac:spMkLst>
            <pc:docMk/>
            <pc:sldMk cId="0" sldId="263"/>
            <ac:spMk id="14" creationId="{00000000-0000-0000-0000-000000000000}"/>
          </ac:spMkLst>
        </pc:spChg>
        <pc:spChg chg="mod">
          <ac:chgData name="勇大 中里" userId="6ea977347b7a33d1" providerId="LiveId" clId="{89350A56-66EC-4418-9B21-753C4A152AF9}" dt="2026-05-06T03:54:07.616" v="90" actId="20577"/>
          <ac:spMkLst>
            <pc:docMk/>
            <pc:sldMk cId="0" sldId="263"/>
            <ac:spMk id="15" creationId="{00000000-0000-0000-0000-000000000000}"/>
          </ac:spMkLst>
        </pc:spChg>
        <pc:spChg chg="mod">
          <ac:chgData name="勇大 中里" userId="6ea977347b7a33d1" providerId="LiveId" clId="{89350A56-66EC-4418-9B21-753C4A152AF9}" dt="2026-05-06T03:54:07.632" v="91" actId="20577"/>
          <ac:spMkLst>
            <pc:docMk/>
            <pc:sldMk cId="0" sldId="263"/>
            <ac:spMk id="18" creationId="{00000000-0000-0000-0000-000000000000}"/>
          </ac:spMkLst>
        </pc:spChg>
        <pc:spChg chg="mod">
          <ac:chgData name="勇大 中里" userId="6ea977347b7a33d1" providerId="LiveId" clId="{89350A56-66EC-4418-9B21-753C4A152AF9}" dt="2026-05-06T03:54:07.633" v="92" actId="20577"/>
          <ac:spMkLst>
            <pc:docMk/>
            <pc:sldMk cId="0" sldId="263"/>
            <ac:spMk id="19" creationId="{00000000-0000-0000-0000-000000000000}"/>
          </ac:spMkLst>
        </pc:spChg>
        <pc:spChg chg="mod">
          <ac:chgData name="勇大 中里" userId="6ea977347b7a33d1" providerId="LiveId" clId="{89350A56-66EC-4418-9B21-753C4A152AF9}" dt="2026-05-06T03:54:07.649" v="93" actId="20577"/>
          <ac:spMkLst>
            <pc:docMk/>
            <pc:sldMk cId="0" sldId="263"/>
            <ac:spMk id="21" creationId="{00000000-0000-0000-0000-000000000000}"/>
          </ac:spMkLst>
        </pc:spChg>
      </pc:sldChg>
      <pc:sldChg chg="addSp delSp modSp add mod setBg">
        <pc:chgData name="勇大 中里" userId="6ea977347b7a33d1" providerId="LiveId" clId="{89350A56-66EC-4418-9B21-753C4A152AF9}" dt="2026-05-06T05:31:43.946" v="149" actId="1076"/>
        <pc:sldMkLst>
          <pc:docMk/>
          <pc:sldMk cId="2050951376" sldId="264"/>
        </pc:sldMkLst>
        <pc:spChg chg="mod">
          <ac:chgData name="勇大 中里" userId="6ea977347b7a33d1" providerId="LiveId" clId="{89350A56-66EC-4418-9B21-753C4A152AF9}" dt="2026-05-06T03:54:07.783" v="95" actId="20577"/>
          <ac:spMkLst>
            <pc:docMk/>
            <pc:sldMk cId="2050951376" sldId="264"/>
            <ac:spMk id="3" creationId="{5F1D5AD1-301C-2FDB-F20A-ECD151617009}"/>
          </ac:spMkLst>
        </pc:spChg>
        <pc:spChg chg="add del mod">
          <ac:chgData name="勇大 中里" userId="6ea977347b7a33d1" providerId="LiveId" clId="{89350A56-66EC-4418-9B21-753C4A152AF9}" dt="2026-05-06T05:31:43.946" v="149" actId="1076"/>
          <ac:spMkLst>
            <pc:docMk/>
            <pc:sldMk cId="2050951376" sldId="264"/>
            <ac:spMk id="4" creationId="{49E1840F-32A5-B8C5-64F9-54E775ADA9BD}"/>
          </ac:spMkLst>
        </pc:spChg>
        <pc:spChg chg="del mod">
          <ac:chgData name="勇大 中里" userId="6ea977347b7a33d1" providerId="LiveId" clId="{89350A56-66EC-4418-9B21-753C4A152AF9}" dt="2026-05-06T05:30:10.182" v="131" actId="478"/>
          <ac:spMkLst>
            <pc:docMk/>
            <pc:sldMk cId="2050951376" sldId="264"/>
            <ac:spMk id="6" creationId="{8E787448-D25D-FAEE-C9AE-F1AFC65FEC10}"/>
          </ac:spMkLst>
        </pc:spChg>
        <pc:spChg chg="mod">
          <ac:chgData name="勇大 中里" userId="6ea977347b7a33d1" providerId="LiveId" clId="{89350A56-66EC-4418-9B21-753C4A152AF9}" dt="2026-05-06T03:54:07.852" v="97" actId="20577"/>
          <ac:spMkLst>
            <pc:docMk/>
            <pc:sldMk cId="2050951376" sldId="264"/>
            <ac:spMk id="7" creationId="{418130FD-AB86-876F-26F7-BB7D7278EE3B}"/>
          </ac:spMkLst>
        </pc:spChg>
        <pc:spChg chg="mod">
          <ac:chgData name="勇大 中里" userId="6ea977347b7a33d1" providerId="LiveId" clId="{89350A56-66EC-4418-9B21-753C4A152AF9}" dt="2026-05-06T03:54:07.852" v="98" actId="20577"/>
          <ac:spMkLst>
            <pc:docMk/>
            <pc:sldMk cId="2050951376" sldId="264"/>
            <ac:spMk id="8" creationId="{DE0CEEB0-2EC1-C639-CE2C-D6D298F8D8B7}"/>
          </ac:spMkLst>
        </pc:spChg>
        <pc:spChg chg="del mod">
          <ac:chgData name="勇大 中里" userId="6ea977347b7a33d1" providerId="LiveId" clId="{89350A56-66EC-4418-9B21-753C4A152AF9}" dt="2026-05-06T05:29:52.669" v="129" actId="478"/>
          <ac:spMkLst>
            <pc:docMk/>
            <pc:sldMk cId="2050951376" sldId="264"/>
            <ac:spMk id="9" creationId="{4827838B-8419-7EE8-1182-F8A92E886ABF}"/>
          </ac:spMkLst>
        </pc:spChg>
        <pc:spChg chg="del mod">
          <ac:chgData name="勇大 中里" userId="6ea977347b7a33d1" providerId="LiveId" clId="{89350A56-66EC-4418-9B21-753C4A152AF9}" dt="2026-05-06T05:29:41.344" v="127" actId="478"/>
          <ac:spMkLst>
            <pc:docMk/>
            <pc:sldMk cId="2050951376" sldId="264"/>
            <ac:spMk id="10" creationId="{C8C40B0C-C30B-D8A0-7DE1-550A7FFE57FB}"/>
          </ac:spMkLst>
        </pc:spChg>
        <pc:spChg chg="mod">
          <ac:chgData name="勇大 中里" userId="6ea977347b7a33d1" providerId="LiveId" clId="{89350A56-66EC-4418-9B21-753C4A152AF9}" dt="2026-05-06T03:54:07.883" v="100" actId="20577"/>
          <ac:spMkLst>
            <pc:docMk/>
            <pc:sldMk cId="2050951376" sldId="264"/>
            <ac:spMk id="11" creationId="{9D592D64-49C7-408E-4134-31D85055B0A3}"/>
          </ac:spMkLst>
        </pc:spChg>
        <pc:spChg chg="mod">
          <ac:chgData name="勇大 中里" userId="6ea977347b7a33d1" providerId="LiveId" clId="{89350A56-66EC-4418-9B21-753C4A152AF9}" dt="2026-05-06T03:54:07.899" v="101" actId="20577"/>
          <ac:spMkLst>
            <pc:docMk/>
            <pc:sldMk cId="2050951376" sldId="264"/>
            <ac:spMk id="12" creationId="{0FBE85AB-B50C-988B-993A-DAAD6321CA5B}"/>
          </ac:spMkLst>
        </pc:spChg>
        <pc:spChg chg="mod">
          <ac:chgData name="勇大 中里" userId="6ea977347b7a33d1" providerId="LiveId" clId="{89350A56-66EC-4418-9B21-753C4A152AF9}" dt="2026-05-06T03:54:07.916" v="102" actId="20577"/>
          <ac:spMkLst>
            <pc:docMk/>
            <pc:sldMk cId="2050951376" sldId="264"/>
            <ac:spMk id="13" creationId="{87AB3119-6CFA-33FE-88D0-4F33BBF08445}"/>
          </ac:spMkLst>
        </pc:spChg>
        <pc:spChg chg="del">
          <ac:chgData name="勇大 中里" userId="6ea977347b7a33d1" providerId="LiveId" clId="{89350A56-66EC-4418-9B21-753C4A152AF9}" dt="2026-05-06T05:28:22.769" v="119" actId="478"/>
          <ac:spMkLst>
            <pc:docMk/>
            <pc:sldMk cId="2050951376" sldId="264"/>
            <ac:spMk id="14" creationId="{BB6AA06D-CB3A-6690-4FD7-820D42658535}"/>
          </ac:spMkLst>
        </pc:spChg>
        <pc:spChg chg="del mod">
          <ac:chgData name="勇大 中里" userId="6ea977347b7a33d1" providerId="LiveId" clId="{89350A56-66EC-4418-9B21-753C4A152AF9}" dt="2026-05-06T05:29:52.669" v="129" actId="478"/>
          <ac:spMkLst>
            <pc:docMk/>
            <pc:sldMk cId="2050951376" sldId="264"/>
            <ac:spMk id="15" creationId="{56CC0E15-4188-BFA7-E50A-B32CE6124070}"/>
          </ac:spMkLst>
        </pc:spChg>
        <pc:spChg chg="del mod">
          <ac:chgData name="勇大 中里" userId="6ea977347b7a33d1" providerId="LiveId" clId="{89350A56-66EC-4418-9B21-753C4A152AF9}" dt="2026-05-06T05:29:52.669" v="129" actId="478"/>
          <ac:spMkLst>
            <pc:docMk/>
            <pc:sldMk cId="2050951376" sldId="264"/>
            <ac:spMk id="16" creationId="{D50AF03A-43A4-FBEC-EB82-390FE60EF30D}"/>
          </ac:spMkLst>
        </pc:spChg>
        <pc:spChg chg="del mod">
          <ac:chgData name="勇大 中里" userId="6ea977347b7a33d1" providerId="LiveId" clId="{89350A56-66EC-4418-9B21-753C4A152AF9}" dt="2026-05-06T05:30:36.597" v="139" actId="478"/>
          <ac:spMkLst>
            <pc:docMk/>
            <pc:sldMk cId="2050951376" sldId="264"/>
            <ac:spMk id="17" creationId="{FD82BE6E-B408-84B3-75C3-5F03A72BEFB9}"/>
          </ac:spMkLst>
        </pc:spChg>
        <pc:spChg chg="del mod">
          <ac:chgData name="勇大 中里" userId="6ea977347b7a33d1" providerId="LiveId" clId="{89350A56-66EC-4418-9B21-753C4A152AF9}" dt="2026-05-06T05:30:46.703" v="141" actId="478"/>
          <ac:spMkLst>
            <pc:docMk/>
            <pc:sldMk cId="2050951376" sldId="264"/>
            <ac:spMk id="18" creationId="{7B8B71CD-EF21-C273-5C45-8FE6B12EB0DD}"/>
          </ac:spMkLst>
        </pc:spChg>
        <pc:spChg chg="add mod">
          <ac:chgData name="勇大 中里" userId="6ea977347b7a33d1" providerId="LiveId" clId="{89350A56-66EC-4418-9B21-753C4A152AF9}" dt="2026-05-06T05:30:13.018" v="132" actId="1076"/>
          <ac:spMkLst>
            <pc:docMk/>
            <pc:sldMk cId="2050951376" sldId="264"/>
            <ac:spMk id="19" creationId="{E0489D63-FD9C-9B8B-4E0F-6426C806DFFD}"/>
          </ac:spMkLst>
        </pc:spChg>
        <pc:spChg chg="add mod">
          <ac:chgData name="勇大 中里" userId="6ea977347b7a33d1" providerId="LiveId" clId="{89350A56-66EC-4418-9B21-753C4A152AF9}" dt="2026-05-06T05:30:15.592" v="133" actId="1076"/>
          <ac:spMkLst>
            <pc:docMk/>
            <pc:sldMk cId="2050951376" sldId="264"/>
            <ac:spMk id="20" creationId="{9918552F-9FB2-CA39-578E-AA6755C54516}"/>
          </ac:spMkLst>
        </pc:spChg>
        <pc:spChg chg="add mod ord">
          <ac:chgData name="勇大 中里" userId="6ea977347b7a33d1" providerId="LiveId" clId="{89350A56-66EC-4418-9B21-753C4A152AF9}" dt="2026-05-06T05:31:22.308" v="146" actId="167"/>
          <ac:spMkLst>
            <pc:docMk/>
            <pc:sldMk cId="2050951376" sldId="264"/>
            <ac:spMk id="21" creationId="{AEA97054-12CC-712C-ABC7-859AF4F5DBB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29534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9EA41-B149-A76F-B1E6-CFFF2E1D6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96048-06A5-1EB4-E969-263689CF9D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2F9AA5-8E3F-35A2-AF14-A2033516C8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9D6AA2-8903-681A-5A23-AF545E1AB1D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332385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3291840"/>
            <a:ext cx="9144000" cy="1851660"/>
          </a:xfrm>
          <a:prstGeom prst="rect">
            <a:avLst/>
          </a:prstGeom>
          <a:solidFill>
            <a:srgbClr val="2563EB"/>
          </a:solidFill>
          <a:ln/>
        </p:spPr>
        <p:txBody>
          <a:bodyPr/>
          <a:lstStyle/>
          <a:p>
            <a:endParaRPr lang="ja-JP" altLang="en-US"/>
          </a:p>
        </p:txBody>
      </p:sp>
      <p:sp>
        <p:nvSpPr>
          <p:cNvPr id="3" name="Text 1"/>
          <p:cNvSpPr/>
          <p:nvPr/>
        </p:nvSpPr>
        <p:spPr>
          <a:xfrm>
            <a:off x="457200" y="548640"/>
            <a:ext cx="1828800" cy="1828800"/>
          </a:xfrm>
          <a:prstGeom prst="rect">
            <a:avLst/>
          </a:prstGeom>
          <a:noFill/>
          <a:ln/>
        </p:spPr>
        <p:txBody>
          <a:bodyPr wrap="square" rtlCol="0" anchor="ctr"/>
          <a:lstStyle/>
          <a:p>
            <a:pPr marL="0" indent="0" algn="ctr">
              <a:buNone/>
            </a:pPr>
            <a:r>
              <a:rPr lang="en-US" sz="7200" dirty="0">
                <a:solidFill>
                  <a:srgbClr val="000000"/>
                </a:solidFill>
              </a:rPr>
              <a:t>🤲</a:t>
            </a:r>
            <a:endParaRPr lang="en-US" sz="7200" dirty="0"/>
          </a:p>
        </p:txBody>
      </p:sp>
      <p:sp>
        <p:nvSpPr>
          <p:cNvPr id="4" name="Text 2"/>
          <p:cNvSpPr/>
          <p:nvPr/>
        </p:nvSpPr>
        <p:spPr>
          <a:xfrm>
            <a:off x="2560320" y="731520"/>
            <a:ext cx="6217920" cy="731520"/>
          </a:xfrm>
          <a:prstGeom prst="rect">
            <a:avLst/>
          </a:prstGeom>
          <a:noFill/>
          <a:ln/>
        </p:spPr>
        <p:txBody>
          <a:bodyPr wrap="square" lIns="0" tIns="0" rIns="0" bIns="0" rtlCol="0" anchor="ctr"/>
          <a:lstStyle/>
          <a:p>
            <a:pPr marL="0" indent="0">
              <a:buNone/>
            </a:pPr>
            <a:r>
              <a:rPr lang="en-US" sz="3200" b="1" dirty="0">
                <a:solidFill>
                  <a:srgbClr val="FFFFFF"/>
                </a:solidFill>
              </a:rPr>
              <a:t>手かざし記録アプリ</a:t>
            </a:r>
            <a:endParaRPr lang="en-US" sz="3200" dirty="0"/>
          </a:p>
        </p:txBody>
      </p:sp>
      <p:sp>
        <p:nvSpPr>
          <p:cNvPr id="5" name="Text 3"/>
          <p:cNvSpPr/>
          <p:nvPr/>
        </p:nvSpPr>
        <p:spPr>
          <a:xfrm>
            <a:off x="2560320" y="1508760"/>
            <a:ext cx="6217920" cy="457200"/>
          </a:xfrm>
          <a:prstGeom prst="rect">
            <a:avLst/>
          </a:prstGeom>
          <a:noFill/>
          <a:ln/>
        </p:spPr>
        <p:txBody>
          <a:bodyPr wrap="square" lIns="0" tIns="0" rIns="0" bIns="0" rtlCol="0" anchor="ctr"/>
          <a:lstStyle/>
          <a:p>
            <a:pPr marL="0" indent="0">
              <a:buNone/>
            </a:pPr>
            <a:r>
              <a:rPr lang="en-US" sz="2000" dirty="0">
                <a:solidFill>
                  <a:srgbClr val="BFDBFE"/>
                </a:solidFill>
              </a:rPr>
              <a:t>運用・メンテナンスマニュアル</a:t>
            </a:r>
            <a:endParaRPr lang="en-US" sz="2000" dirty="0"/>
          </a:p>
        </p:txBody>
      </p:sp>
      <p:sp>
        <p:nvSpPr>
          <p:cNvPr id="6" name="Text 4"/>
          <p:cNvSpPr/>
          <p:nvPr/>
        </p:nvSpPr>
        <p:spPr>
          <a:xfrm>
            <a:off x="457200" y="3429000"/>
            <a:ext cx="8229600" cy="411480"/>
          </a:xfrm>
          <a:prstGeom prst="rect">
            <a:avLst/>
          </a:prstGeom>
          <a:noFill/>
          <a:ln/>
        </p:spPr>
        <p:txBody>
          <a:bodyPr wrap="square" lIns="0" tIns="0" rIns="0" bIns="0" rtlCol="0" anchor="ctr"/>
          <a:lstStyle/>
          <a:p>
            <a:pPr marL="0" indent="0">
              <a:buNone/>
            </a:pPr>
            <a:r>
              <a:rPr lang="en-US" sz="1100" b="1" dirty="0">
                <a:solidFill>
                  <a:srgbClr val="FFFFFF"/>
                </a:solidFill>
              </a:rPr>
              <a:t>アクセス URL：</a:t>
            </a:r>
            <a:r>
              <a:rPr lang="en-US" sz="1100" dirty="0">
                <a:solidFill>
                  <a:srgbClr val="FFFFFF"/>
                </a:solidFill>
              </a:rPr>
              <a:t>https://benchjanaiyo.github.io/tekazashi-app/tekazashi-app.html</a:t>
            </a:r>
            <a:endParaRPr lang="en-US" sz="1100" dirty="0"/>
          </a:p>
        </p:txBody>
      </p:sp>
      <p:sp>
        <p:nvSpPr>
          <p:cNvPr id="7" name="Text 5"/>
          <p:cNvSpPr/>
          <p:nvPr/>
        </p:nvSpPr>
        <p:spPr>
          <a:xfrm>
            <a:off x="457200" y="3840480"/>
            <a:ext cx="8229600" cy="411480"/>
          </a:xfrm>
          <a:prstGeom prst="rect">
            <a:avLst/>
          </a:prstGeom>
          <a:noFill/>
          <a:ln/>
        </p:spPr>
        <p:txBody>
          <a:bodyPr wrap="square" lIns="0" tIns="0" rIns="0" bIns="0" rtlCol="0" anchor="ctr"/>
          <a:lstStyle/>
          <a:p>
            <a:pPr marL="0" indent="0">
              <a:buNone/>
            </a:pPr>
            <a:r>
              <a:rPr lang="en-US" sz="1100" b="1" dirty="0">
                <a:solidFill>
                  <a:srgbClr val="BFDBFE"/>
                </a:solidFill>
              </a:rPr>
              <a:t>GitHub：</a:t>
            </a:r>
            <a:r>
              <a:rPr lang="en-US" sz="1100" dirty="0">
                <a:solidFill>
                  <a:srgbClr val="BFDBFE"/>
                </a:solidFill>
              </a:rPr>
              <a:t>https://github.com/benchjanaiyo/tekazashi-app</a:t>
            </a:r>
            <a:endParaRPr lang="en-US" sz="1100" dirty="0"/>
          </a:p>
        </p:txBody>
      </p:sp>
      <p:sp>
        <p:nvSpPr>
          <p:cNvPr id="8" name="Text 6"/>
          <p:cNvSpPr/>
          <p:nvPr/>
        </p:nvSpPr>
        <p:spPr>
          <a:xfrm>
            <a:off x="457200" y="4251960"/>
            <a:ext cx="8229600" cy="320040"/>
          </a:xfrm>
          <a:prstGeom prst="rect">
            <a:avLst/>
          </a:prstGeom>
          <a:noFill/>
          <a:ln/>
        </p:spPr>
        <p:txBody>
          <a:bodyPr wrap="square" lIns="0" tIns="0" rIns="0" bIns="0" rtlCol="0" anchor="ctr"/>
          <a:lstStyle/>
          <a:p>
            <a:pPr marL="0" indent="0">
              <a:buNone/>
            </a:pPr>
            <a:r>
              <a:rPr lang="en-US" sz="1100" dirty="0">
                <a:solidFill>
                  <a:srgbClr val="BFDBFE"/>
                </a:solidFill>
              </a:rPr>
              <a:t>Firebase プロジェクト：tekazashi-app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3A5F"/>
          </a:solidFill>
          <a:ln/>
        </p:spPr>
        <p:txBody>
          <a:bodyPr/>
          <a:lstStyle/>
          <a:p>
            <a:endParaRPr lang="ja-JP" altLang="en-US"/>
          </a:p>
        </p:txBody>
      </p:sp>
      <p:sp>
        <p:nvSpPr>
          <p:cNvPr id="3" name="Text 1"/>
          <p:cNvSpPr/>
          <p:nvPr/>
        </p:nvSpPr>
        <p:spPr>
          <a:xfrm>
            <a:off x="365760" y="45720"/>
            <a:ext cx="6400800" cy="548640"/>
          </a:xfrm>
          <a:prstGeom prst="rect">
            <a:avLst/>
          </a:prstGeom>
          <a:noFill/>
          <a:ln/>
        </p:spPr>
        <p:txBody>
          <a:bodyPr wrap="square" lIns="0" tIns="0" rIns="0" bIns="0" rtlCol="0" anchor="ctr"/>
          <a:lstStyle/>
          <a:p>
            <a:pPr marL="0" indent="0">
              <a:buNone/>
            </a:pPr>
            <a:r>
              <a:rPr lang="en-US" sz="2200" b="1" dirty="0">
                <a:solidFill>
                  <a:srgbClr val="FFFFFF"/>
                </a:solidFill>
              </a:rPr>
              <a:t>システム構成</a:t>
            </a:r>
            <a:endParaRPr lang="en-US" sz="2200" dirty="0"/>
          </a:p>
        </p:txBody>
      </p:sp>
      <p:sp>
        <p:nvSpPr>
          <p:cNvPr id="4" name="Text 2"/>
          <p:cNvSpPr/>
          <p:nvPr/>
        </p:nvSpPr>
        <p:spPr>
          <a:xfrm>
            <a:off x="365760" y="685800"/>
            <a:ext cx="8229600" cy="365760"/>
          </a:xfrm>
          <a:prstGeom prst="rect">
            <a:avLst/>
          </a:prstGeom>
          <a:noFill/>
          <a:ln/>
        </p:spPr>
        <p:txBody>
          <a:bodyPr wrap="square" lIns="0" tIns="0" rIns="0" bIns="0" rtlCol="0" anchor="ctr"/>
          <a:lstStyle/>
          <a:p>
            <a:pPr marL="0" indent="0">
              <a:buNone/>
            </a:pPr>
            <a:r>
              <a:rPr lang="en-US" sz="1300" b="1" dirty="0">
                <a:solidFill>
                  <a:srgbClr val="2563EB"/>
                </a:solidFill>
              </a:rPr>
              <a:t>アプリを支える3つのサービス</a:t>
            </a:r>
            <a:endParaRPr lang="en-US" sz="1300" dirty="0"/>
          </a:p>
        </p:txBody>
      </p:sp>
      <p:sp>
        <p:nvSpPr>
          <p:cNvPr id="5" name="Shape 3"/>
          <p:cNvSpPr/>
          <p:nvPr/>
        </p:nvSpPr>
        <p:spPr>
          <a:xfrm>
            <a:off x="0" y="4983480"/>
            <a:ext cx="9144000" cy="164592"/>
          </a:xfrm>
          <a:prstGeom prst="rect">
            <a:avLst/>
          </a:prstGeom>
          <a:solidFill>
            <a:srgbClr val="DBEAFE"/>
          </a:solidFill>
          <a:ln/>
        </p:spPr>
        <p:txBody>
          <a:bodyPr/>
          <a:lstStyle/>
          <a:p>
            <a:endParaRPr lang="ja-JP" altLang="en-US"/>
          </a:p>
        </p:txBody>
      </p:sp>
      <p:sp>
        <p:nvSpPr>
          <p:cNvPr id="6" name="Text 4"/>
          <p:cNvSpPr/>
          <p:nvPr/>
        </p:nvSpPr>
        <p:spPr>
          <a:xfrm>
            <a:off x="274320" y="4974336"/>
            <a:ext cx="5486400" cy="182880"/>
          </a:xfrm>
          <a:prstGeom prst="rect">
            <a:avLst/>
          </a:prstGeom>
          <a:noFill/>
          <a:ln/>
        </p:spPr>
        <p:txBody>
          <a:bodyPr wrap="square" lIns="0" tIns="0" rIns="0" bIns="0" rtlCol="0" anchor="ctr"/>
          <a:lstStyle/>
          <a:p>
            <a:pPr marL="0" indent="0">
              <a:buNone/>
            </a:pPr>
            <a:r>
              <a:rPr lang="en-US" sz="900" dirty="0">
                <a:solidFill>
                  <a:srgbClr val="6B7280"/>
                </a:solidFill>
              </a:rPr>
              <a:t>手かざし記録アプリ 運用マニュアル</a:t>
            </a:r>
            <a:endParaRPr lang="en-US" sz="900" dirty="0"/>
          </a:p>
        </p:txBody>
      </p:sp>
      <p:sp>
        <p:nvSpPr>
          <p:cNvPr id="7" name="Shape 5"/>
          <p:cNvSpPr/>
          <p:nvPr/>
        </p:nvSpPr>
        <p:spPr>
          <a:xfrm>
            <a:off x="365760" y="1188720"/>
            <a:ext cx="2651760" cy="2560320"/>
          </a:xfrm>
          <a:prstGeom prst="roundRect">
            <a:avLst>
              <a:gd name="adj" fmla="val 3571"/>
            </a:avLst>
          </a:prstGeom>
          <a:solidFill>
            <a:srgbClr val="EFF6FF"/>
          </a:solidFill>
          <a:ln w="19050">
            <a:solidFill>
              <a:srgbClr val="DBEAFE"/>
            </a:solidFill>
            <a:prstDash val="solid"/>
          </a:ln>
        </p:spPr>
        <p:txBody>
          <a:bodyPr/>
          <a:lstStyle/>
          <a:p>
            <a:endParaRPr lang="ja-JP" altLang="en-US"/>
          </a:p>
        </p:txBody>
      </p:sp>
      <p:sp>
        <p:nvSpPr>
          <p:cNvPr id="8" name="Text 6"/>
          <p:cNvSpPr/>
          <p:nvPr/>
        </p:nvSpPr>
        <p:spPr>
          <a:xfrm>
            <a:off x="365760" y="1280160"/>
            <a:ext cx="2651760" cy="64008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9" name="Text 7"/>
          <p:cNvSpPr/>
          <p:nvPr/>
        </p:nvSpPr>
        <p:spPr>
          <a:xfrm>
            <a:off x="457200" y="1965960"/>
            <a:ext cx="2468880" cy="365760"/>
          </a:xfrm>
          <a:prstGeom prst="rect">
            <a:avLst/>
          </a:prstGeom>
          <a:noFill/>
          <a:ln/>
        </p:spPr>
        <p:txBody>
          <a:bodyPr wrap="square" lIns="0" tIns="0" rIns="0" bIns="0" rtlCol="0" anchor="ctr"/>
          <a:lstStyle/>
          <a:p>
            <a:pPr marL="0" indent="0" algn="ctr">
              <a:buNone/>
            </a:pPr>
            <a:r>
              <a:rPr lang="en-US" sz="1400" b="1" dirty="0">
                <a:solidFill>
                  <a:srgbClr val="2563EB"/>
                </a:solidFill>
              </a:rPr>
              <a:t>GitHub Pages</a:t>
            </a:r>
            <a:endParaRPr lang="en-US" sz="1400" dirty="0"/>
          </a:p>
        </p:txBody>
      </p:sp>
      <p:sp>
        <p:nvSpPr>
          <p:cNvPr id="10" name="Text 8"/>
          <p:cNvSpPr/>
          <p:nvPr/>
        </p:nvSpPr>
        <p:spPr>
          <a:xfrm>
            <a:off x="457200" y="2359152"/>
            <a:ext cx="2468880" cy="320040"/>
          </a:xfrm>
          <a:prstGeom prst="rect">
            <a:avLst/>
          </a:prstGeom>
          <a:noFill/>
          <a:ln/>
        </p:spPr>
        <p:txBody>
          <a:bodyPr wrap="square" lIns="0" tIns="0" rIns="0" bIns="0" rtlCol="0" anchor="ctr"/>
          <a:lstStyle/>
          <a:p>
            <a:pPr marL="0" indent="0" algn="ctr">
              <a:buNone/>
            </a:pPr>
            <a:r>
              <a:rPr lang="en-US" sz="1100" dirty="0">
                <a:solidFill>
                  <a:srgbClr val="6B7280"/>
                </a:solidFill>
              </a:rPr>
              <a:t>ファイル公開（無料）</a:t>
            </a:r>
            <a:endParaRPr lang="en-US" sz="1100" dirty="0"/>
          </a:p>
        </p:txBody>
      </p:sp>
      <p:sp>
        <p:nvSpPr>
          <p:cNvPr id="11" name="Shape 9"/>
          <p:cNvSpPr/>
          <p:nvPr/>
        </p:nvSpPr>
        <p:spPr>
          <a:xfrm>
            <a:off x="548640" y="2743200"/>
            <a:ext cx="2286000" cy="27432"/>
          </a:xfrm>
          <a:prstGeom prst="rect">
            <a:avLst/>
          </a:prstGeom>
          <a:solidFill>
            <a:srgbClr val="DBEAFE"/>
          </a:solidFill>
          <a:ln/>
        </p:spPr>
        <p:txBody>
          <a:bodyPr/>
          <a:lstStyle/>
          <a:p>
            <a:endParaRPr lang="ja-JP" altLang="en-US"/>
          </a:p>
        </p:txBody>
      </p:sp>
      <p:sp>
        <p:nvSpPr>
          <p:cNvPr id="12" name="Text 10"/>
          <p:cNvSpPr/>
          <p:nvPr/>
        </p:nvSpPr>
        <p:spPr>
          <a:xfrm>
            <a:off x="457200" y="2834640"/>
            <a:ext cx="2468880" cy="320040"/>
          </a:xfrm>
          <a:prstGeom prst="rect">
            <a:avLst/>
          </a:prstGeom>
          <a:noFill/>
          <a:ln/>
        </p:spPr>
        <p:txBody>
          <a:bodyPr wrap="square" lIns="0" tIns="0" rIns="0" bIns="0" rtlCol="0" anchor="ctr"/>
          <a:lstStyle/>
          <a:p>
            <a:pPr marL="0" indent="0" algn="ctr">
              <a:buNone/>
            </a:pPr>
            <a:r>
              <a:rPr lang="en-US" sz="1000" b="1" dirty="0">
                <a:solidFill>
                  <a:srgbClr val="16A34A"/>
                </a:solidFill>
              </a:rPr>
              <a:t>費用：無料</a:t>
            </a:r>
            <a:endParaRPr lang="en-US" sz="1000" dirty="0"/>
          </a:p>
        </p:txBody>
      </p:sp>
      <p:sp>
        <p:nvSpPr>
          <p:cNvPr id="13" name="Shape 11"/>
          <p:cNvSpPr/>
          <p:nvPr/>
        </p:nvSpPr>
        <p:spPr>
          <a:xfrm>
            <a:off x="3337560" y="1188720"/>
            <a:ext cx="2651760" cy="2560320"/>
          </a:xfrm>
          <a:prstGeom prst="roundRect">
            <a:avLst>
              <a:gd name="adj" fmla="val 3571"/>
            </a:avLst>
          </a:prstGeom>
          <a:solidFill>
            <a:srgbClr val="EFF6FF"/>
          </a:solidFill>
          <a:ln w="19050">
            <a:solidFill>
              <a:srgbClr val="DBEAFE"/>
            </a:solidFill>
            <a:prstDash val="solid"/>
          </a:ln>
        </p:spPr>
        <p:txBody>
          <a:bodyPr/>
          <a:lstStyle/>
          <a:p>
            <a:endParaRPr lang="ja-JP" altLang="en-US"/>
          </a:p>
        </p:txBody>
      </p:sp>
      <p:sp>
        <p:nvSpPr>
          <p:cNvPr id="14" name="Text 12"/>
          <p:cNvSpPr/>
          <p:nvPr/>
        </p:nvSpPr>
        <p:spPr>
          <a:xfrm>
            <a:off x="3337560" y="1280160"/>
            <a:ext cx="2651760" cy="64008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5" name="Text 13"/>
          <p:cNvSpPr/>
          <p:nvPr/>
        </p:nvSpPr>
        <p:spPr>
          <a:xfrm>
            <a:off x="3429000" y="1965960"/>
            <a:ext cx="2468880" cy="365760"/>
          </a:xfrm>
          <a:prstGeom prst="rect">
            <a:avLst/>
          </a:prstGeom>
          <a:noFill/>
          <a:ln/>
        </p:spPr>
        <p:txBody>
          <a:bodyPr wrap="square" lIns="0" tIns="0" rIns="0" bIns="0" rtlCol="0" anchor="ctr"/>
          <a:lstStyle/>
          <a:p>
            <a:pPr marL="0" indent="0" algn="ctr">
              <a:buNone/>
            </a:pPr>
            <a:r>
              <a:rPr lang="en-US" sz="1400" b="1" dirty="0">
                <a:solidFill>
                  <a:srgbClr val="16A34A"/>
                </a:solidFill>
              </a:rPr>
              <a:t>Firebase Auth</a:t>
            </a:r>
            <a:endParaRPr lang="en-US" sz="1400" dirty="0"/>
          </a:p>
        </p:txBody>
      </p:sp>
      <p:sp>
        <p:nvSpPr>
          <p:cNvPr id="16" name="Text 14"/>
          <p:cNvSpPr/>
          <p:nvPr/>
        </p:nvSpPr>
        <p:spPr>
          <a:xfrm>
            <a:off x="3429000" y="2359152"/>
            <a:ext cx="2468880" cy="320040"/>
          </a:xfrm>
          <a:prstGeom prst="rect">
            <a:avLst/>
          </a:prstGeom>
          <a:noFill/>
          <a:ln/>
        </p:spPr>
        <p:txBody>
          <a:bodyPr wrap="square" lIns="0" tIns="0" rIns="0" bIns="0" rtlCol="0" anchor="ctr"/>
          <a:lstStyle/>
          <a:p>
            <a:pPr marL="0" indent="0" algn="ctr">
              <a:buNone/>
            </a:pPr>
            <a:r>
              <a:rPr lang="en-US" sz="1100" dirty="0">
                <a:solidFill>
                  <a:srgbClr val="6B7280"/>
                </a:solidFill>
              </a:rPr>
              <a:t>Googleログイン管理</a:t>
            </a:r>
            <a:endParaRPr lang="en-US" sz="1100" dirty="0"/>
          </a:p>
        </p:txBody>
      </p:sp>
      <p:sp>
        <p:nvSpPr>
          <p:cNvPr id="17" name="Shape 15"/>
          <p:cNvSpPr/>
          <p:nvPr/>
        </p:nvSpPr>
        <p:spPr>
          <a:xfrm>
            <a:off x="3520440" y="2743200"/>
            <a:ext cx="2286000" cy="27432"/>
          </a:xfrm>
          <a:prstGeom prst="rect">
            <a:avLst/>
          </a:prstGeom>
          <a:solidFill>
            <a:srgbClr val="DBEAFE"/>
          </a:solidFill>
          <a:ln/>
        </p:spPr>
        <p:txBody>
          <a:bodyPr/>
          <a:lstStyle/>
          <a:p>
            <a:endParaRPr lang="ja-JP" altLang="en-US"/>
          </a:p>
        </p:txBody>
      </p:sp>
      <p:sp>
        <p:nvSpPr>
          <p:cNvPr id="18" name="Text 16"/>
          <p:cNvSpPr/>
          <p:nvPr/>
        </p:nvSpPr>
        <p:spPr>
          <a:xfrm>
            <a:off x="3429000" y="2834640"/>
            <a:ext cx="2468880" cy="320040"/>
          </a:xfrm>
          <a:prstGeom prst="rect">
            <a:avLst/>
          </a:prstGeom>
          <a:noFill/>
          <a:ln/>
        </p:spPr>
        <p:txBody>
          <a:bodyPr wrap="square" lIns="0" tIns="0" rIns="0" bIns="0" rtlCol="0" anchor="ctr"/>
          <a:lstStyle/>
          <a:p>
            <a:pPr marL="0" indent="0" algn="ctr">
              <a:buNone/>
            </a:pPr>
            <a:r>
              <a:rPr lang="en-US" sz="1000" b="1" dirty="0">
                <a:solidFill>
                  <a:srgbClr val="16A34A"/>
                </a:solidFill>
              </a:rPr>
              <a:t>費用：無料</a:t>
            </a:r>
            <a:endParaRPr lang="en-US" sz="1000" dirty="0"/>
          </a:p>
        </p:txBody>
      </p:sp>
      <p:sp>
        <p:nvSpPr>
          <p:cNvPr id="19" name="Shape 17"/>
          <p:cNvSpPr/>
          <p:nvPr/>
        </p:nvSpPr>
        <p:spPr>
          <a:xfrm>
            <a:off x="6309360" y="1188720"/>
            <a:ext cx="2651760" cy="2560320"/>
          </a:xfrm>
          <a:prstGeom prst="roundRect">
            <a:avLst>
              <a:gd name="adj" fmla="val 3571"/>
            </a:avLst>
          </a:prstGeom>
          <a:solidFill>
            <a:srgbClr val="EFF6FF"/>
          </a:solidFill>
          <a:ln w="19050">
            <a:solidFill>
              <a:srgbClr val="DBEAFE"/>
            </a:solidFill>
            <a:prstDash val="solid"/>
          </a:ln>
        </p:spPr>
        <p:txBody>
          <a:bodyPr/>
          <a:lstStyle/>
          <a:p>
            <a:endParaRPr lang="ja-JP" altLang="en-US"/>
          </a:p>
        </p:txBody>
      </p:sp>
      <p:sp>
        <p:nvSpPr>
          <p:cNvPr id="20" name="Text 18"/>
          <p:cNvSpPr/>
          <p:nvPr/>
        </p:nvSpPr>
        <p:spPr>
          <a:xfrm>
            <a:off x="6309360" y="1280160"/>
            <a:ext cx="2651760" cy="64008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21" name="Text 19"/>
          <p:cNvSpPr/>
          <p:nvPr/>
        </p:nvSpPr>
        <p:spPr>
          <a:xfrm>
            <a:off x="6400800" y="1965960"/>
            <a:ext cx="2468880" cy="365760"/>
          </a:xfrm>
          <a:prstGeom prst="rect">
            <a:avLst/>
          </a:prstGeom>
          <a:noFill/>
          <a:ln/>
        </p:spPr>
        <p:txBody>
          <a:bodyPr wrap="square" lIns="0" tIns="0" rIns="0" bIns="0" rtlCol="0" anchor="ctr"/>
          <a:lstStyle/>
          <a:p>
            <a:pPr marL="0" indent="0" algn="ctr">
              <a:buNone/>
            </a:pPr>
            <a:r>
              <a:rPr lang="en-US" sz="1400" b="1" dirty="0">
                <a:solidFill>
                  <a:srgbClr val="F59E0B"/>
                </a:solidFill>
              </a:rPr>
              <a:t>Firestore DB</a:t>
            </a:r>
            <a:endParaRPr lang="en-US" sz="1400" dirty="0"/>
          </a:p>
        </p:txBody>
      </p:sp>
      <p:sp>
        <p:nvSpPr>
          <p:cNvPr id="22" name="Text 20"/>
          <p:cNvSpPr/>
          <p:nvPr/>
        </p:nvSpPr>
        <p:spPr>
          <a:xfrm>
            <a:off x="6400800" y="2359152"/>
            <a:ext cx="2468880" cy="320040"/>
          </a:xfrm>
          <a:prstGeom prst="rect">
            <a:avLst/>
          </a:prstGeom>
          <a:noFill/>
          <a:ln/>
        </p:spPr>
        <p:txBody>
          <a:bodyPr wrap="square" lIns="0" tIns="0" rIns="0" bIns="0" rtlCol="0" anchor="ctr"/>
          <a:lstStyle/>
          <a:p>
            <a:pPr marL="0" indent="0" algn="ctr">
              <a:buNone/>
            </a:pPr>
            <a:r>
              <a:rPr lang="en-US" sz="1100" dirty="0">
                <a:solidFill>
                  <a:srgbClr val="6B7280"/>
                </a:solidFill>
              </a:rPr>
              <a:t>データ保存（クラウド）</a:t>
            </a:r>
            <a:endParaRPr lang="en-US" sz="1100" dirty="0"/>
          </a:p>
        </p:txBody>
      </p:sp>
      <p:sp>
        <p:nvSpPr>
          <p:cNvPr id="23" name="Shape 21"/>
          <p:cNvSpPr/>
          <p:nvPr/>
        </p:nvSpPr>
        <p:spPr>
          <a:xfrm>
            <a:off x="6492240" y="2743200"/>
            <a:ext cx="2286000" cy="27432"/>
          </a:xfrm>
          <a:prstGeom prst="rect">
            <a:avLst/>
          </a:prstGeom>
          <a:solidFill>
            <a:srgbClr val="DBEAFE"/>
          </a:solidFill>
          <a:ln/>
        </p:spPr>
        <p:txBody>
          <a:bodyPr/>
          <a:lstStyle/>
          <a:p>
            <a:endParaRPr lang="ja-JP" altLang="en-US"/>
          </a:p>
        </p:txBody>
      </p:sp>
      <p:sp>
        <p:nvSpPr>
          <p:cNvPr id="24" name="Text 22"/>
          <p:cNvSpPr/>
          <p:nvPr/>
        </p:nvSpPr>
        <p:spPr>
          <a:xfrm>
            <a:off x="6400800" y="2834640"/>
            <a:ext cx="2468880" cy="320040"/>
          </a:xfrm>
          <a:prstGeom prst="rect">
            <a:avLst/>
          </a:prstGeom>
          <a:noFill/>
          <a:ln/>
        </p:spPr>
        <p:txBody>
          <a:bodyPr wrap="square" lIns="0" tIns="0" rIns="0" bIns="0" rtlCol="0" anchor="ctr"/>
          <a:lstStyle/>
          <a:p>
            <a:pPr marL="0" indent="0" algn="ctr">
              <a:buNone/>
            </a:pPr>
            <a:r>
              <a:rPr lang="en-US" sz="1000" b="1" dirty="0">
                <a:solidFill>
                  <a:srgbClr val="16A34A"/>
                </a:solidFill>
              </a:rPr>
              <a:t>費用：無料</a:t>
            </a:r>
            <a:endParaRPr lang="en-US" sz="1000" dirty="0"/>
          </a:p>
        </p:txBody>
      </p:sp>
      <p:sp>
        <p:nvSpPr>
          <p:cNvPr id="25" name="Text 23"/>
          <p:cNvSpPr/>
          <p:nvPr/>
        </p:nvSpPr>
        <p:spPr>
          <a:xfrm>
            <a:off x="2926080" y="2194560"/>
            <a:ext cx="365760" cy="457200"/>
          </a:xfrm>
          <a:prstGeom prst="rect">
            <a:avLst/>
          </a:prstGeom>
          <a:noFill/>
          <a:ln/>
        </p:spPr>
        <p:txBody>
          <a:bodyPr wrap="square" rtlCol="0" anchor="ctr"/>
          <a:lstStyle/>
          <a:p>
            <a:pPr marL="0" indent="0" algn="ctr">
              <a:buNone/>
            </a:pPr>
            <a:r>
              <a:rPr lang="en-US" sz="2000" dirty="0">
                <a:solidFill>
                  <a:srgbClr val="6B7280"/>
                </a:solidFill>
              </a:rPr>
              <a:t>→</a:t>
            </a:r>
            <a:endParaRPr lang="en-US" sz="2000" dirty="0"/>
          </a:p>
        </p:txBody>
      </p:sp>
      <p:sp>
        <p:nvSpPr>
          <p:cNvPr id="26" name="Text 24"/>
          <p:cNvSpPr/>
          <p:nvPr/>
        </p:nvSpPr>
        <p:spPr>
          <a:xfrm>
            <a:off x="5897880" y="2194560"/>
            <a:ext cx="365760" cy="457200"/>
          </a:xfrm>
          <a:prstGeom prst="rect">
            <a:avLst/>
          </a:prstGeom>
          <a:noFill/>
          <a:ln/>
        </p:spPr>
        <p:txBody>
          <a:bodyPr wrap="square" rtlCol="0" anchor="ctr"/>
          <a:lstStyle/>
          <a:p>
            <a:pPr marL="0" indent="0" algn="ctr">
              <a:buNone/>
            </a:pPr>
            <a:r>
              <a:rPr lang="en-US" sz="2000" dirty="0">
                <a:solidFill>
                  <a:srgbClr val="6B7280"/>
                </a:solidFill>
              </a:rPr>
              <a:t>→</a:t>
            </a:r>
            <a:endParaRPr lang="en-US" sz="2000" dirty="0"/>
          </a:p>
        </p:txBody>
      </p:sp>
      <p:sp>
        <p:nvSpPr>
          <p:cNvPr id="27" name="Text 25"/>
          <p:cNvSpPr/>
          <p:nvPr/>
        </p:nvSpPr>
        <p:spPr>
          <a:xfrm>
            <a:off x="365760" y="3977640"/>
            <a:ext cx="8412480" cy="365760"/>
          </a:xfrm>
          <a:prstGeom prst="rect">
            <a:avLst/>
          </a:prstGeom>
          <a:noFill/>
          <a:ln/>
        </p:spPr>
        <p:txBody>
          <a:bodyPr wrap="square" lIns="0" tIns="0" rIns="0" bIns="0" rtlCol="0" anchor="ctr"/>
          <a:lstStyle/>
          <a:p>
            <a:pPr marL="0" indent="0" algn="ctr">
              <a:buNone/>
            </a:pPr>
            <a:r>
              <a:rPr lang="en-US" sz="1200" i="1" dirty="0">
                <a:solidFill>
                  <a:srgbClr val="6B7280"/>
                </a:solidFill>
              </a:rPr>
              <a:t>すべて無料プランで運用可能。費用は一切かかりません。</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3A5F"/>
          </a:solidFill>
          <a:ln/>
        </p:spPr>
        <p:txBody>
          <a:bodyPr/>
          <a:lstStyle/>
          <a:p>
            <a:endParaRPr lang="ja-JP" altLang="en-US"/>
          </a:p>
        </p:txBody>
      </p:sp>
      <p:sp>
        <p:nvSpPr>
          <p:cNvPr id="3" name="Text 1"/>
          <p:cNvSpPr/>
          <p:nvPr/>
        </p:nvSpPr>
        <p:spPr>
          <a:xfrm>
            <a:off x="365760" y="45720"/>
            <a:ext cx="6400800" cy="548640"/>
          </a:xfrm>
          <a:prstGeom prst="rect">
            <a:avLst/>
          </a:prstGeom>
          <a:noFill/>
          <a:ln/>
        </p:spPr>
        <p:txBody>
          <a:bodyPr wrap="square" lIns="0" tIns="0" rIns="0" bIns="0" rtlCol="0" anchor="ctr"/>
          <a:lstStyle/>
          <a:p>
            <a:pPr marL="0" indent="0">
              <a:buNone/>
            </a:pPr>
            <a:r>
              <a:rPr lang="en-US" sz="2200" b="1" dirty="0">
                <a:solidFill>
                  <a:srgbClr val="FFFFFF"/>
                </a:solidFill>
              </a:rPr>
              <a:t>アクセス情報・重要URL一覧</a:t>
            </a:r>
            <a:endParaRPr lang="en-US" sz="2200" dirty="0"/>
          </a:p>
        </p:txBody>
      </p:sp>
      <p:sp>
        <p:nvSpPr>
          <p:cNvPr id="4" name="Shape 2"/>
          <p:cNvSpPr/>
          <p:nvPr/>
        </p:nvSpPr>
        <p:spPr>
          <a:xfrm>
            <a:off x="0" y="4983480"/>
            <a:ext cx="9144000" cy="164592"/>
          </a:xfrm>
          <a:prstGeom prst="rect">
            <a:avLst/>
          </a:prstGeom>
          <a:solidFill>
            <a:srgbClr val="DBEAFE"/>
          </a:solidFill>
          <a:ln/>
        </p:spPr>
        <p:txBody>
          <a:bodyPr/>
          <a:lstStyle/>
          <a:p>
            <a:endParaRPr lang="ja-JP" altLang="en-US"/>
          </a:p>
        </p:txBody>
      </p:sp>
      <p:sp>
        <p:nvSpPr>
          <p:cNvPr id="5" name="Text 3"/>
          <p:cNvSpPr/>
          <p:nvPr/>
        </p:nvSpPr>
        <p:spPr>
          <a:xfrm>
            <a:off x="274320" y="4974336"/>
            <a:ext cx="5486400" cy="182880"/>
          </a:xfrm>
          <a:prstGeom prst="rect">
            <a:avLst/>
          </a:prstGeom>
          <a:noFill/>
          <a:ln/>
        </p:spPr>
        <p:txBody>
          <a:bodyPr wrap="square" lIns="0" tIns="0" rIns="0" bIns="0" rtlCol="0" anchor="ctr"/>
          <a:lstStyle/>
          <a:p>
            <a:pPr marL="0" indent="0">
              <a:buNone/>
            </a:pPr>
            <a:r>
              <a:rPr lang="en-US" sz="900" dirty="0">
                <a:solidFill>
                  <a:srgbClr val="6B7280"/>
                </a:solidFill>
              </a:rPr>
              <a:t>手かざし記録アプリ 運用マニュアル</a:t>
            </a:r>
            <a:endParaRPr lang="en-US" sz="900" dirty="0"/>
          </a:p>
        </p:txBody>
      </p:sp>
      <p:sp>
        <p:nvSpPr>
          <p:cNvPr id="6" name="Shape 4"/>
          <p:cNvSpPr/>
          <p:nvPr/>
        </p:nvSpPr>
        <p:spPr>
          <a:xfrm>
            <a:off x="365760" y="914400"/>
            <a:ext cx="8412480" cy="1051560"/>
          </a:xfrm>
          <a:prstGeom prst="roundRect">
            <a:avLst>
              <a:gd name="adj" fmla="val 6957"/>
            </a:avLst>
          </a:prstGeom>
          <a:solidFill>
            <a:srgbClr val="EFF6FF"/>
          </a:solidFill>
          <a:ln w="12700">
            <a:solidFill>
              <a:srgbClr val="DBEAFE"/>
            </a:solidFill>
            <a:prstDash val="solid"/>
          </a:ln>
        </p:spPr>
        <p:txBody>
          <a:bodyPr/>
          <a:lstStyle/>
          <a:p>
            <a:endParaRPr lang="ja-JP" altLang="en-US"/>
          </a:p>
        </p:txBody>
      </p:sp>
      <p:sp>
        <p:nvSpPr>
          <p:cNvPr id="7" name="Text 5"/>
          <p:cNvSpPr/>
          <p:nvPr/>
        </p:nvSpPr>
        <p:spPr>
          <a:xfrm>
            <a:off x="502920" y="1005840"/>
            <a:ext cx="45720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8" name="Text 6"/>
          <p:cNvSpPr/>
          <p:nvPr/>
        </p:nvSpPr>
        <p:spPr>
          <a:xfrm>
            <a:off x="1005840" y="987552"/>
            <a:ext cx="7315200" cy="320040"/>
          </a:xfrm>
          <a:prstGeom prst="rect">
            <a:avLst/>
          </a:prstGeom>
          <a:noFill/>
          <a:ln/>
        </p:spPr>
        <p:txBody>
          <a:bodyPr wrap="square" lIns="0" tIns="0" rIns="0" bIns="0" rtlCol="0" anchor="ctr"/>
          <a:lstStyle/>
          <a:p>
            <a:pPr marL="0" indent="0">
              <a:buNone/>
            </a:pPr>
            <a:r>
              <a:rPr lang="en-US" sz="1200" b="1" dirty="0">
                <a:solidFill>
                  <a:srgbClr val="2563EB"/>
                </a:solidFill>
              </a:rPr>
              <a:t>アプリURL（ユーザーに共有するURL）</a:t>
            </a:r>
            <a:endParaRPr lang="en-US" sz="1200" dirty="0"/>
          </a:p>
        </p:txBody>
      </p:sp>
      <p:sp>
        <p:nvSpPr>
          <p:cNvPr id="9" name="Text 7"/>
          <p:cNvSpPr/>
          <p:nvPr/>
        </p:nvSpPr>
        <p:spPr>
          <a:xfrm>
            <a:off x="1005840" y="1353312"/>
            <a:ext cx="7315200" cy="365760"/>
          </a:xfrm>
          <a:prstGeom prst="rect">
            <a:avLst/>
          </a:prstGeom>
          <a:noFill/>
          <a:ln/>
        </p:spPr>
        <p:txBody>
          <a:bodyPr wrap="square" lIns="0" tIns="0" rIns="0" bIns="0" rtlCol="0" anchor="ctr"/>
          <a:lstStyle/>
          <a:p>
            <a:pPr marL="0" indent="0">
              <a:buNone/>
            </a:pPr>
            <a:r>
              <a:rPr lang="en-US" sz="1100" dirty="0">
                <a:solidFill>
                  <a:srgbClr val="374151"/>
                </a:solidFill>
              </a:rPr>
              <a:t>https://benchjanaiyo.github.io/tekazashi-app/tekazashi-app.html</a:t>
            </a:r>
            <a:endParaRPr lang="en-US" sz="1100" dirty="0"/>
          </a:p>
        </p:txBody>
      </p:sp>
      <p:sp>
        <p:nvSpPr>
          <p:cNvPr id="10" name="Shape 8"/>
          <p:cNvSpPr/>
          <p:nvPr/>
        </p:nvSpPr>
        <p:spPr>
          <a:xfrm>
            <a:off x="365760" y="2148840"/>
            <a:ext cx="8412480" cy="1051560"/>
          </a:xfrm>
          <a:prstGeom prst="roundRect">
            <a:avLst>
              <a:gd name="adj" fmla="val 6957"/>
            </a:avLst>
          </a:prstGeom>
          <a:solidFill>
            <a:srgbClr val="EFF6FF"/>
          </a:solidFill>
          <a:ln w="12700">
            <a:solidFill>
              <a:srgbClr val="DBEAFE"/>
            </a:solidFill>
            <a:prstDash val="solid"/>
          </a:ln>
        </p:spPr>
        <p:txBody>
          <a:bodyPr/>
          <a:lstStyle/>
          <a:p>
            <a:endParaRPr lang="ja-JP" altLang="en-US"/>
          </a:p>
        </p:txBody>
      </p:sp>
      <p:sp>
        <p:nvSpPr>
          <p:cNvPr id="11" name="Text 9"/>
          <p:cNvSpPr/>
          <p:nvPr/>
        </p:nvSpPr>
        <p:spPr>
          <a:xfrm>
            <a:off x="502920" y="2240280"/>
            <a:ext cx="45720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2" name="Text 10"/>
          <p:cNvSpPr/>
          <p:nvPr/>
        </p:nvSpPr>
        <p:spPr>
          <a:xfrm>
            <a:off x="1005840" y="2221992"/>
            <a:ext cx="7315200" cy="320040"/>
          </a:xfrm>
          <a:prstGeom prst="rect">
            <a:avLst/>
          </a:prstGeom>
          <a:noFill/>
          <a:ln/>
        </p:spPr>
        <p:txBody>
          <a:bodyPr wrap="square" lIns="0" tIns="0" rIns="0" bIns="0" rtlCol="0" anchor="ctr"/>
          <a:lstStyle/>
          <a:p>
            <a:pPr marL="0" indent="0">
              <a:buNone/>
            </a:pPr>
            <a:r>
              <a:rPr lang="en-US" sz="1200" b="1" dirty="0">
                <a:solidFill>
                  <a:srgbClr val="1E3A5F"/>
                </a:solidFill>
              </a:rPr>
              <a:t>GitHubリポジトリ（ファイル管理）</a:t>
            </a:r>
            <a:endParaRPr lang="en-US" sz="1200" dirty="0"/>
          </a:p>
        </p:txBody>
      </p:sp>
      <p:sp>
        <p:nvSpPr>
          <p:cNvPr id="13" name="Text 11"/>
          <p:cNvSpPr/>
          <p:nvPr/>
        </p:nvSpPr>
        <p:spPr>
          <a:xfrm>
            <a:off x="1005840" y="2587752"/>
            <a:ext cx="7315200" cy="365760"/>
          </a:xfrm>
          <a:prstGeom prst="rect">
            <a:avLst/>
          </a:prstGeom>
          <a:noFill/>
          <a:ln/>
        </p:spPr>
        <p:txBody>
          <a:bodyPr wrap="square" lIns="0" tIns="0" rIns="0" bIns="0" rtlCol="0" anchor="ctr"/>
          <a:lstStyle/>
          <a:p>
            <a:pPr marL="0" indent="0">
              <a:buNone/>
            </a:pPr>
            <a:r>
              <a:rPr lang="en-US" sz="1100" dirty="0">
                <a:solidFill>
                  <a:srgbClr val="374151"/>
                </a:solidFill>
              </a:rPr>
              <a:t>https://github.com/benchjanaiyo/tekazashi-app</a:t>
            </a:r>
            <a:endParaRPr lang="en-US" sz="1100" dirty="0"/>
          </a:p>
        </p:txBody>
      </p:sp>
      <p:sp>
        <p:nvSpPr>
          <p:cNvPr id="14" name="Shape 12"/>
          <p:cNvSpPr/>
          <p:nvPr/>
        </p:nvSpPr>
        <p:spPr>
          <a:xfrm>
            <a:off x="365760" y="3383280"/>
            <a:ext cx="8412480" cy="1051560"/>
          </a:xfrm>
          <a:prstGeom prst="roundRect">
            <a:avLst>
              <a:gd name="adj" fmla="val 6957"/>
            </a:avLst>
          </a:prstGeom>
          <a:solidFill>
            <a:srgbClr val="EFF6FF"/>
          </a:solidFill>
          <a:ln w="12700">
            <a:solidFill>
              <a:srgbClr val="DBEAFE"/>
            </a:solidFill>
            <a:prstDash val="solid"/>
          </a:ln>
        </p:spPr>
        <p:txBody>
          <a:bodyPr/>
          <a:lstStyle/>
          <a:p>
            <a:endParaRPr lang="ja-JP" altLang="en-US"/>
          </a:p>
        </p:txBody>
      </p:sp>
      <p:sp>
        <p:nvSpPr>
          <p:cNvPr id="15" name="Text 13"/>
          <p:cNvSpPr/>
          <p:nvPr/>
        </p:nvSpPr>
        <p:spPr>
          <a:xfrm>
            <a:off x="502920" y="3474720"/>
            <a:ext cx="45720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6" name="Text 14"/>
          <p:cNvSpPr/>
          <p:nvPr/>
        </p:nvSpPr>
        <p:spPr>
          <a:xfrm>
            <a:off x="1005840" y="3456432"/>
            <a:ext cx="7315200" cy="320040"/>
          </a:xfrm>
          <a:prstGeom prst="rect">
            <a:avLst/>
          </a:prstGeom>
          <a:noFill/>
          <a:ln/>
        </p:spPr>
        <p:txBody>
          <a:bodyPr wrap="square" lIns="0" tIns="0" rIns="0" bIns="0" rtlCol="0" anchor="ctr"/>
          <a:lstStyle/>
          <a:p>
            <a:pPr marL="0" indent="0">
              <a:buNone/>
            </a:pPr>
            <a:r>
              <a:rPr lang="en-US" sz="1200" b="1" dirty="0">
                <a:solidFill>
                  <a:srgbClr val="DC2626"/>
                </a:solidFill>
              </a:rPr>
              <a:t>Firebaseコンソール（DB・認証管理）</a:t>
            </a:r>
            <a:endParaRPr lang="en-US" sz="1200" dirty="0"/>
          </a:p>
        </p:txBody>
      </p:sp>
      <p:sp>
        <p:nvSpPr>
          <p:cNvPr id="17" name="Text 15"/>
          <p:cNvSpPr/>
          <p:nvPr/>
        </p:nvSpPr>
        <p:spPr>
          <a:xfrm>
            <a:off x="1005840" y="3822192"/>
            <a:ext cx="7315200" cy="365760"/>
          </a:xfrm>
          <a:prstGeom prst="rect">
            <a:avLst/>
          </a:prstGeom>
          <a:noFill/>
          <a:ln/>
        </p:spPr>
        <p:txBody>
          <a:bodyPr wrap="square" lIns="0" tIns="0" rIns="0" bIns="0" rtlCol="0" anchor="ctr"/>
          <a:lstStyle/>
          <a:p>
            <a:pPr marL="0" indent="0">
              <a:buNone/>
            </a:pPr>
            <a:r>
              <a:rPr lang="en-US" sz="1100" dirty="0">
                <a:solidFill>
                  <a:srgbClr val="374151"/>
                </a:solidFill>
              </a:rPr>
              <a:t>https://console.firebase.google.com／プロジェクト：tekazashi-app</a:t>
            </a:r>
            <a:endParaRPr lang="en-US" sz="1100" dirty="0"/>
          </a:p>
        </p:txBody>
      </p:sp>
      <p:sp>
        <p:nvSpPr>
          <p:cNvPr id="18" name="Text 16"/>
          <p:cNvSpPr/>
          <p:nvPr/>
        </p:nvSpPr>
        <p:spPr>
          <a:xfrm>
            <a:off x="365760" y="4663440"/>
            <a:ext cx="8412480" cy="274320"/>
          </a:xfrm>
          <a:prstGeom prst="rect">
            <a:avLst/>
          </a:prstGeom>
          <a:noFill/>
          <a:ln/>
        </p:spPr>
        <p:txBody>
          <a:bodyPr wrap="square" lIns="0" tIns="0" rIns="0" bIns="0" rtlCol="0" anchor="ctr"/>
          <a:lstStyle/>
          <a:p>
            <a:pPr marL="0" indent="0">
              <a:buNone/>
            </a:pPr>
            <a:r>
              <a:rPr lang="en-US" sz="1000" i="1" dirty="0">
                <a:solidFill>
                  <a:srgbClr val="6B7280"/>
                </a:solidFill>
              </a:rPr>
              <a:t>💡 ブックマーク推奨：Firebaseコンソールは定期メンテナンス時に使用します</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AD606-B0C2-196D-C0CF-43D89DD3C512}"/>
            </a:ext>
          </a:extLst>
        </p:cNvPr>
        <p:cNvGrpSpPr/>
        <p:nvPr/>
      </p:nvGrpSpPr>
      <p:grpSpPr>
        <a:xfrm>
          <a:off x="0" y="0"/>
          <a:ext cx="0" cy="0"/>
          <a:chOff x="0" y="0"/>
          <a:chExt cx="0" cy="0"/>
        </a:xfrm>
      </p:grpSpPr>
      <p:sp>
        <p:nvSpPr>
          <p:cNvPr id="21" name="Shape 3">
            <a:extLst>
              <a:ext uri="{FF2B5EF4-FFF2-40B4-BE49-F238E27FC236}">
                <a16:creationId xmlns:a16="http://schemas.microsoft.com/office/drawing/2014/main" id="{AEA97054-12CC-712C-ABC7-859AF4F5DBB4}"/>
              </a:ext>
            </a:extLst>
          </p:cNvPr>
          <p:cNvSpPr/>
          <p:nvPr/>
        </p:nvSpPr>
        <p:spPr>
          <a:xfrm>
            <a:off x="0" y="4983480"/>
            <a:ext cx="9144000" cy="164592"/>
          </a:xfrm>
          <a:prstGeom prst="rect">
            <a:avLst/>
          </a:prstGeom>
          <a:solidFill>
            <a:srgbClr val="DBEAFE"/>
          </a:solidFill>
          <a:ln/>
        </p:spPr>
        <p:txBody>
          <a:bodyPr/>
          <a:lstStyle/>
          <a:p>
            <a:endParaRPr lang="ja-JP" altLang="en-US"/>
          </a:p>
        </p:txBody>
      </p:sp>
      <p:sp>
        <p:nvSpPr>
          <p:cNvPr id="2" name="Shape 0">
            <a:extLst>
              <a:ext uri="{FF2B5EF4-FFF2-40B4-BE49-F238E27FC236}">
                <a16:creationId xmlns:a16="http://schemas.microsoft.com/office/drawing/2014/main" id="{69251DA2-901A-EBC1-8ABC-52B4FF316FED}"/>
              </a:ext>
            </a:extLst>
          </p:cNvPr>
          <p:cNvSpPr/>
          <p:nvPr/>
        </p:nvSpPr>
        <p:spPr>
          <a:xfrm>
            <a:off x="0" y="0"/>
            <a:ext cx="9144000" cy="640080"/>
          </a:xfrm>
          <a:prstGeom prst="rect">
            <a:avLst/>
          </a:prstGeom>
          <a:solidFill>
            <a:srgbClr val="1E3A5F"/>
          </a:solidFill>
          <a:ln/>
        </p:spPr>
        <p:txBody>
          <a:bodyPr/>
          <a:lstStyle/>
          <a:p>
            <a:endParaRPr lang="ja-JP" altLang="en-US"/>
          </a:p>
        </p:txBody>
      </p:sp>
      <p:sp>
        <p:nvSpPr>
          <p:cNvPr id="3" name="Text 1">
            <a:extLst>
              <a:ext uri="{FF2B5EF4-FFF2-40B4-BE49-F238E27FC236}">
                <a16:creationId xmlns:a16="http://schemas.microsoft.com/office/drawing/2014/main" id="{5F1D5AD1-301C-2FDB-F20A-ECD151617009}"/>
              </a:ext>
            </a:extLst>
          </p:cNvPr>
          <p:cNvSpPr/>
          <p:nvPr/>
        </p:nvSpPr>
        <p:spPr>
          <a:xfrm>
            <a:off x="365760" y="45720"/>
            <a:ext cx="6400800" cy="548640"/>
          </a:xfrm>
          <a:prstGeom prst="rect">
            <a:avLst/>
          </a:prstGeom>
          <a:noFill/>
          <a:ln/>
        </p:spPr>
        <p:txBody>
          <a:bodyPr wrap="square" lIns="0" tIns="0" rIns="0" bIns="0" rtlCol="0" anchor="ctr"/>
          <a:lstStyle/>
          <a:p>
            <a:pPr marL="0" indent="0">
              <a:buNone/>
            </a:pPr>
            <a:r>
              <a:rPr lang="ja-JP" altLang="en-US" sz="2200" b="1">
                <a:solidFill>
                  <a:srgbClr val="FFFFFF"/>
                </a:solidFill>
              </a:rPr>
              <a:t>ファイル構成（複数ファイル方式）</a:t>
            </a:r>
            <a:endParaRPr lang="en-US" sz="2200" dirty="0"/>
          </a:p>
        </p:txBody>
      </p:sp>
      <p:sp>
        <p:nvSpPr>
          <p:cNvPr id="4" name="Shape 2">
            <a:extLst>
              <a:ext uri="{FF2B5EF4-FFF2-40B4-BE49-F238E27FC236}">
                <a16:creationId xmlns:a16="http://schemas.microsoft.com/office/drawing/2014/main" id="{49E1840F-32A5-B8C5-64F9-54E775ADA9BD}"/>
              </a:ext>
            </a:extLst>
          </p:cNvPr>
          <p:cNvSpPr/>
          <p:nvPr/>
        </p:nvSpPr>
        <p:spPr>
          <a:xfrm>
            <a:off x="192891" y="3524807"/>
            <a:ext cx="5244835" cy="365759"/>
          </a:xfrm>
          <a:prstGeom prst="rect">
            <a:avLst/>
          </a:prstGeom>
          <a:noFill/>
          <a:ln/>
        </p:spPr>
        <p:txBody>
          <a:bodyPr/>
          <a:lstStyle/>
          <a:p>
            <a:r>
              <a:rPr lang="en-US" altLang="ja-JP" dirty="0"/>
              <a:t>HTML + CSS + JS </a:t>
            </a:r>
            <a:r>
              <a:rPr lang="ja-JP" altLang="en-US" dirty="0"/>
              <a:t>に分割されています（</a:t>
            </a:r>
            <a:r>
              <a:rPr lang="en-US" altLang="ja-JP" dirty="0"/>
              <a:t>v1.4 </a:t>
            </a:r>
            <a:r>
              <a:rPr lang="ja-JP" altLang="en-US" dirty="0"/>
              <a:t>以降）</a:t>
            </a:r>
          </a:p>
        </p:txBody>
      </p:sp>
      <p:sp>
        <p:nvSpPr>
          <p:cNvPr id="5" name="Text 3">
            <a:extLst>
              <a:ext uri="{FF2B5EF4-FFF2-40B4-BE49-F238E27FC236}">
                <a16:creationId xmlns:a16="http://schemas.microsoft.com/office/drawing/2014/main" id="{F603DE38-DE8C-FA26-0E96-30945F47AF18}"/>
              </a:ext>
            </a:extLst>
          </p:cNvPr>
          <p:cNvSpPr/>
          <p:nvPr/>
        </p:nvSpPr>
        <p:spPr>
          <a:xfrm>
            <a:off x="274320" y="4974336"/>
            <a:ext cx="5486400" cy="182880"/>
          </a:xfrm>
          <a:prstGeom prst="rect">
            <a:avLst/>
          </a:prstGeom>
          <a:noFill/>
          <a:ln/>
        </p:spPr>
        <p:txBody>
          <a:bodyPr wrap="square" lIns="0" tIns="0" rIns="0" bIns="0" rtlCol="0" anchor="ctr"/>
          <a:lstStyle/>
          <a:p>
            <a:pPr marL="0" indent="0">
              <a:buNone/>
            </a:pPr>
            <a:r>
              <a:rPr lang="en-US" sz="900" dirty="0">
                <a:solidFill>
                  <a:srgbClr val="6B7280"/>
                </a:solidFill>
              </a:rPr>
              <a:t>手かざし記録アプリ 運用マニュアル</a:t>
            </a:r>
            <a:endParaRPr lang="en-US" sz="900" dirty="0"/>
          </a:p>
        </p:txBody>
      </p:sp>
      <p:sp>
        <p:nvSpPr>
          <p:cNvPr id="7" name="Text 5">
            <a:extLst>
              <a:ext uri="{FF2B5EF4-FFF2-40B4-BE49-F238E27FC236}">
                <a16:creationId xmlns:a16="http://schemas.microsoft.com/office/drawing/2014/main" id="{418130FD-AB86-876F-26F7-BB7D7278EE3B}"/>
              </a:ext>
            </a:extLst>
          </p:cNvPr>
          <p:cNvSpPr/>
          <p:nvPr/>
        </p:nvSpPr>
        <p:spPr>
          <a:xfrm>
            <a:off x="502920" y="1005840"/>
            <a:ext cx="457200" cy="457200"/>
          </a:xfrm>
          <a:prstGeom prst="rect">
            <a:avLst/>
          </a:prstGeom>
          <a:noFill/>
          <a:ln/>
        </p:spPr>
        <p:txBody>
          <a:bodyPr wrap="square" rtlCol="0" anchor="ctr"/>
          <a:lstStyle/>
          <a:p>
            <a:pPr marL="0" indent="0">
              <a:buNone/>
            </a:pPr>
            <a:endParaRPr lang="en-US" sz="2200" dirty="0"/>
          </a:p>
        </p:txBody>
      </p:sp>
      <p:sp>
        <p:nvSpPr>
          <p:cNvPr id="8" name="Text 6">
            <a:extLst>
              <a:ext uri="{FF2B5EF4-FFF2-40B4-BE49-F238E27FC236}">
                <a16:creationId xmlns:a16="http://schemas.microsoft.com/office/drawing/2014/main" id="{DE0CEEB0-2EC1-C639-CE2C-D6D298F8D8B7}"/>
              </a:ext>
            </a:extLst>
          </p:cNvPr>
          <p:cNvSpPr/>
          <p:nvPr/>
        </p:nvSpPr>
        <p:spPr>
          <a:xfrm>
            <a:off x="1005840" y="987552"/>
            <a:ext cx="7315200" cy="320040"/>
          </a:xfrm>
          <a:prstGeom prst="rect">
            <a:avLst/>
          </a:prstGeom>
          <a:noFill/>
          <a:ln/>
        </p:spPr>
        <p:txBody>
          <a:bodyPr wrap="square" lIns="0" tIns="0" rIns="0" bIns="0" rtlCol="0" anchor="ctr"/>
          <a:lstStyle/>
          <a:p>
            <a:pPr marL="0" indent="0">
              <a:buNone/>
            </a:pPr>
            <a:endParaRPr lang="en-US" sz="1200" dirty="0"/>
          </a:p>
        </p:txBody>
      </p:sp>
      <p:sp>
        <p:nvSpPr>
          <p:cNvPr id="11" name="Text 9">
            <a:extLst>
              <a:ext uri="{FF2B5EF4-FFF2-40B4-BE49-F238E27FC236}">
                <a16:creationId xmlns:a16="http://schemas.microsoft.com/office/drawing/2014/main" id="{9D592D64-49C7-408E-4134-31D85055B0A3}"/>
              </a:ext>
            </a:extLst>
          </p:cNvPr>
          <p:cNvSpPr/>
          <p:nvPr/>
        </p:nvSpPr>
        <p:spPr>
          <a:xfrm>
            <a:off x="502920" y="2240280"/>
            <a:ext cx="457200" cy="457200"/>
          </a:xfrm>
          <a:prstGeom prst="rect">
            <a:avLst/>
          </a:prstGeom>
          <a:noFill/>
          <a:ln/>
        </p:spPr>
        <p:txBody>
          <a:bodyPr wrap="square" rtlCol="0" anchor="ctr"/>
          <a:lstStyle/>
          <a:p>
            <a:pPr marL="0" indent="0">
              <a:buNone/>
            </a:pPr>
            <a:endParaRPr lang="en-US" sz="2200" dirty="0"/>
          </a:p>
        </p:txBody>
      </p:sp>
      <p:sp>
        <p:nvSpPr>
          <p:cNvPr id="12" name="Text 10">
            <a:extLst>
              <a:ext uri="{FF2B5EF4-FFF2-40B4-BE49-F238E27FC236}">
                <a16:creationId xmlns:a16="http://schemas.microsoft.com/office/drawing/2014/main" id="{0FBE85AB-B50C-988B-993A-DAAD6321CA5B}"/>
              </a:ext>
            </a:extLst>
          </p:cNvPr>
          <p:cNvSpPr/>
          <p:nvPr/>
        </p:nvSpPr>
        <p:spPr>
          <a:xfrm>
            <a:off x="1005840" y="2221992"/>
            <a:ext cx="7315200" cy="320040"/>
          </a:xfrm>
          <a:prstGeom prst="rect">
            <a:avLst/>
          </a:prstGeom>
          <a:noFill/>
          <a:ln/>
        </p:spPr>
        <p:txBody>
          <a:bodyPr wrap="square" lIns="0" tIns="0" rIns="0" bIns="0" rtlCol="0" anchor="ctr"/>
          <a:lstStyle/>
          <a:p>
            <a:pPr marL="0" indent="0">
              <a:buNone/>
            </a:pPr>
            <a:endParaRPr lang="en-US" sz="1200" dirty="0"/>
          </a:p>
        </p:txBody>
      </p:sp>
      <p:sp>
        <p:nvSpPr>
          <p:cNvPr id="13" name="Text 11">
            <a:extLst>
              <a:ext uri="{FF2B5EF4-FFF2-40B4-BE49-F238E27FC236}">
                <a16:creationId xmlns:a16="http://schemas.microsoft.com/office/drawing/2014/main" id="{87AB3119-6CFA-33FE-88D0-4F33BBF08445}"/>
              </a:ext>
            </a:extLst>
          </p:cNvPr>
          <p:cNvSpPr/>
          <p:nvPr/>
        </p:nvSpPr>
        <p:spPr>
          <a:xfrm>
            <a:off x="1005840" y="2587752"/>
            <a:ext cx="7315200" cy="365760"/>
          </a:xfrm>
          <a:prstGeom prst="rect">
            <a:avLst/>
          </a:prstGeom>
          <a:noFill/>
          <a:ln/>
        </p:spPr>
        <p:txBody>
          <a:bodyPr wrap="square" lIns="0" tIns="0" rIns="0" bIns="0" rtlCol="0" anchor="ctr"/>
          <a:lstStyle/>
          <a:p>
            <a:pPr marL="0" indent="0">
              <a:buNone/>
            </a:pPr>
            <a:endParaRPr lang="en-US" sz="1100" dirty="0"/>
          </a:p>
        </p:txBody>
      </p:sp>
      <p:sp>
        <p:nvSpPr>
          <p:cNvPr id="19" name="テキスト ボックス 18">
            <a:extLst>
              <a:ext uri="{FF2B5EF4-FFF2-40B4-BE49-F238E27FC236}">
                <a16:creationId xmlns:a16="http://schemas.microsoft.com/office/drawing/2014/main" id="{E0489D63-FD9C-9B8B-4E0F-6426C806DFFD}"/>
              </a:ext>
            </a:extLst>
          </p:cNvPr>
          <p:cNvSpPr txBox="1"/>
          <p:nvPr/>
        </p:nvSpPr>
        <p:spPr>
          <a:xfrm>
            <a:off x="365760" y="838575"/>
            <a:ext cx="4899098" cy="2292935"/>
          </a:xfrm>
          <a:prstGeom prst="rect">
            <a:avLst/>
          </a:prstGeom>
          <a:noFill/>
        </p:spPr>
        <p:txBody>
          <a:bodyPr vert="horz" wrap="none" rtlCol="0">
            <a:spAutoFit/>
          </a:bodyPr>
          <a:lstStyle/>
          <a:p>
            <a:r>
              <a:rPr kumimoji="1" lang="en-US" altLang="ja-JP" sz="1100" dirty="0">
                <a:latin typeface="Courier New" panose="02070309020205020404" pitchFamily="49" charset="0"/>
              </a:rPr>
              <a:t>tekazashi-app.html  ....  </a:t>
            </a:r>
            <a:r>
              <a:rPr kumimoji="1" lang="ja-JP" altLang="en-US" sz="1100" dirty="0">
                <a:latin typeface="Courier New" panose="02070309020205020404" pitchFamily="49" charset="0"/>
              </a:rPr>
              <a:t>画面レイアウト（</a:t>
            </a:r>
            <a:r>
              <a:rPr kumimoji="1" lang="en-US" altLang="ja-JP" sz="1100" dirty="0">
                <a:latin typeface="Courier New" panose="02070309020205020404" pitchFamily="49" charset="0"/>
              </a:rPr>
              <a:t>HTML</a:t>
            </a:r>
            <a:r>
              <a:rPr kumimoji="1" lang="ja-JP" altLang="en-US" sz="1100" dirty="0">
                <a:latin typeface="Courier New" panose="02070309020205020404" pitchFamily="49" charset="0"/>
              </a:rPr>
              <a:t>）
</a:t>
            </a:r>
            <a:r>
              <a:rPr kumimoji="1" lang="en-US" altLang="ja-JP" sz="1100" dirty="0" err="1">
                <a:latin typeface="Courier New" panose="02070309020205020404" pitchFamily="49" charset="0"/>
              </a:rPr>
              <a:t>css</a:t>
            </a:r>
            <a:r>
              <a:rPr kumimoji="1" lang="en-US" altLang="ja-JP" sz="1100" dirty="0">
                <a:latin typeface="Courier New" panose="02070309020205020404" pitchFamily="49" charset="0"/>
              </a:rPr>
              <a:t>/style.css       ....  </a:t>
            </a:r>
            <a:r>
              <a:rPr kumimoji="1" lang="ja-JP" altLang="en-US" sz="1100" dirty="0">
                <a:latin typeface="Courier New" panose="02070309020205020404" pitchFamily="49" charset="0"/>
              </a:rPr>
              <a:t>見た目・デザイン
</a:t>
            </a:r>
            <a:r>
              <a:rPr kumimoji="1" lang="en-US" altLang="ja-JP" sz="1100" dirty="0" err="1">
                <a:latin typeface="Courier New" panose="02070309020205020404" pitchFamily="49" charset="0"/>
              </a:rPr>
              <a:t>js</a:t>
            </a:r>
            <a:r>
              <a:rPr kumimoji="1" lang="en-US" altLang="ja-JP" sz="1100" dirty="0">
                <a:latin typeface="Courier New" panose="02070309020205020404" pitchFamily="49" charset="0"/>
              </a:rPr>
              <a:t>/config.js        ....  Firebase</a:t>
            </a:r>
            <a:r>
              <a:rPr kumimoji="1" lang="ja-JP" altLang="en-US" sz="1100" dirty="0">
                <a:latin typeface="Courier New" panose="02070309020205020404" pitchFamily="49" charset="0"/>
              </a:rPr>
              <a:t>設定・共有状態オブジェクト
</a:t>
            </a:r>
            <a:r>
              <a:rPr kumimoji="1" lang="en-US" altLang="ja-JP" sz="1100" dirty="0" err="1">
                <a:latin typeface="Courier New" panose="02070309020205020404" pitchFamily="49" charset="0"/>
              </a:rPr>
              <a:t>js</a:t>
            </a:r>
            <a:r>
              <a:rPr kumimoji="1" lang="en-US" altLang="ja-JP" sz="1100" dirty="0">
                <a:latin typeface="Courier New" panose="02070309020205020404" pitchFamily="49" charset="0"/>
              </a:rPr>
              <a:t>/main.js          ....  </a:t>
            </a:r>
            <a:r>
              <a:rPr kumimoji="1" lang="ja-JP" altLang="en-US" sz="1100" dirty="0">
                <a:latin typeface="Courier New" panose="02070309020205020404" pitchFamily="49" charset="0"/>
              </a:rPr>
              <a:t>起動処理・ログイン監視
</a:t>
            </a:r>
            <a:r>
              <a:rPr kumimoji="1" lang="en-US" altLang="ja-JP" sz="1100" dirty="0" err="1">
                <a:latin typeface="Courier New" panose="02070309020205020404" pitchFamily="49" charset="0"/>
              </a:rPr>
              <a:t>js</a:t>
            </a:r>
            <a:r>
              <a:rPr kumimoji="1" lang="en-US" altLang="ja-JP" sz="1100" dirty="0">
                <a:latin typeface="Courier New" panose="02070309020205020404" pitchFamily="49" charset="0"/>
              </a:rPr>
              <a:t>/records.js       ....  </a:t>
            </a:r>
            <a:r>
              <a:rPr kumimoji="1" lang="ja-JP" altLang="en-US" sz="1100" dirty="0">
                <a:latin typeface="Courier New" panose="02070309020205020404" pitchFamily="49" charset="0"/>
              </a:rPr>
              <a:t>施光記録 </a:t>
            </a:r>
            <a:r>
              <a:rPr kumimoji="1" lang="en-US" altLang="ja-JP" sz="1100" dirty="0">
                <a:latin typeface="Courier New" panose="02070309020205020404" pitchFamily="49" charset="0"/>
              </a:rPr>
              <a:t>CRUD
</a:t>
            </a:r>
            <a:r>
              <a:rPr kumimoji="1" lang="en-US" altLang="ja-JP" sz="1100" dirty="0" err="1">
                <a:latin typeface="Courier New" panose="02070309020205020404" pitchFamily="49" charset="0"/>
              </a:rPr>
              <a:t>js</a:t>
            </a:r>
            <a:r>
              <a:rPr kumimoji="1" lang="en-US" altLang="ja-JP" sz="1100" dirty="0">
                <a:latin typeface="Courier New" panose="02070309020205020404" pitchFamily="49" charset="0"/>
              </a:rPr>
              <a:t>/receive.js       ....  </a:t>
            </a:r>
            <a:r>
              <a:rPr kumimoji="1" lang="ja-JP" altLang="en-US" sz="1100" dirty="0">
                <a:latin typeface="Courier New" panose="02070309020205020404" pitchFamily="49" charset="0"/>
              </a:rPr>
              <a:t>受光記録 </a:t>
            </a:r>
            <a:r>
              <a:rPr kumimoji="1" lang="en-US" altLang="ja-JP" sz="1100" dirty="0">
                <a:latin typeface="Courier New" panose="02070309020205020404" pitchFamily="49" charset="0"/>
              </a:rPr>
              <a:t>CRUD
</a:t>
            </a:r>
            <a:r>
              <a:rPr kumimoji="1" lang="en-US" altLang="ja-JP" sz="1100" dirty="0" err="1">
                <a:latin typeface="Courier New" panose="02070309020205020404" pitchFamily="49" charset="0"/>
              </a:rPr>
              <a:t>js</a:t>
            </a:r>
            <a:r>
              <a:rPr kumimoji="1" lang="en-US" altLang="ja-JP" sz="1100" dirty="0">
                <a:latin typeface="Courier New" panose="02070309020205020404" pitchFamily="49" charset="0"/>
              </a:rPr>
              <a:t>/calendar.js      ....  </a:t>
            </a:r>
            <a:r>
              <a:rPr kumimoji="1" lang="ja-JP" altLang="en-US" sz="1100" dirty="0">
                <a:latin typeface="Courier New" panose="02070309020205020404" pitchFamily="49" charset="0"/>
              </a:rPr>
              <a:t>月別カレンダー
</a:t>
            </a:r>
            <a:r>
              <a:rPr kumimoji="1" lang="en-US" altLang="ja-JP" sz="1100" dirty="0" err="1">
                <a:latin typeface="Courier New" panose="02070309020205020404" pitchFamily="49" charset="0"/>
              </a:rPr>
              <a:t>js</a:t>
            </a:r>
            <a:r>
              <a:rPr kumimoji="1" lang="en-US" altLang="ja-JP" sz="1100" dirty="0">
                <a:latin typeface="Courier New" panose="02070309020205020404" pitchFamily="49" charset="0"/>
              </a:rPr>
              <a:t>/stats.js         ....  </a:t>
            </a:r>
            <a:r>
              <a:rPr kumimoji="1" lang="ja-JP" altLang="en-US" sz="1100" dirty="0">
                <a:latin typeface="Courier New" panose="02070309020205020404" pitchFamily="49" charset="0"/>
              </a:rPr>
              <a:t>統計・メンバー利用状況
</a:t>
            </a:r>
            <a:r>
              <a:rPr kumimoji="1" lang="en-US" altLang="ja-JP" sz="1100" dirty="0" err="1">
                <a:latin typeface="Courier New" panose="02070309020205020404" pitchFamily="49" charset="0"/>
              </a:rPr>
              <a:t>js</a:t>
            </a:r>
            <a:r>
              <a:rPr kumimoji="1" lang="en-US" altLang="ja-JP" sz="1100" dirty="0">
                <a:latin typeface="Courier New" panose="02070309020205020404" pitchFamily="49" charset="0"/>
              </a:rPr>
              <a:t>/announcement.js  ....  </a:t>
            </a:r>
            <a:r>
              <a:rPr kumimoji="1" lang="ja-JP" altLang="en-US" sz="1100" dirty="0">
                <a:latin typeface="Courier New" panose="02070309020205020404" pitchFamily="49" charset="0"/>
              </a:rPr>
              <a:t>お知らせバナー
</a:t>
            </a:r>
            <a:r>
              <a:rPr kumimoji="1" lang="en-US" altLang="ja-JP" sz="1100" dirty="0" err="1">
                <a:latin typeface="Courier New" panose="02070309020205020404" pitchFamily="49" charset="0"/>
              </a:rPr>
              <a:t>js</a:t>
            </a:r>
            <a:r>
              <a:rPr kumimoji="1" lang="en-US" altLang="ja-JP" sz="1100" dirty="0">
                <a:latin typeface="Courier New" panose="02070309020205020404" pitchFamily="49" charset="0"/>
              </a:rPr>
              <a:t>/ui.js            ....  </a:t>
            </a:r>
            <a:r>
              <a:rPr kumimoji="1" lang="ja-JP" altLang="en-US" sz="1100" dirty="0">
                <a:latin typeface="Courier New" panose="02070309020205020404" pitchFamily="49" charset="0"/>
              </a:rPr>
              <a:t>タブ・モーダル・スワイプ
</a:t>
            </a:r>
            <a:r>
              <a:rPr kumimoji="1" lang="en-US" altLang="ja-JP" sz="1100" dirty="0" err="1">
                <a:latin typeface="Courier New" panose="02070309020205020404" pitchFamily="49" charset="0"/>
              </a:rPr>
              <a:t>js</a:t>
            </a:r>
            <a:r>
              <a:rPr kumimoji="1" lang="en-US" altLang="ja-JP" sz="1100" dirty="0">
                <a:latin typeface="Courier New" panose="02070309020205020404" pitchFamily="49" charset="0"/>
              </a:rPr>
              <a:t>/data.js          ....  CSV </a:t>
            </a:r>
            <a:r>
              <a:rPr kumimoji="1" lang="ja-JP" altLang="en-US" sz="1100" dirty="0">
                <a:latin typeface="Courier New" panose="02070309020205020404" pitchFamily="49" charset="0"/>
              </a:rPr>
              <a:t>エクスポート</a:t>
            </a:r>
            <a:r>
              <a:rPr kumimoji="1" lang="en-US" altLang="ja-JP" sz="1100" dirty="0">
                <a:latin typeface="Courier New" panose="02070309020205020404" pitchFamily="49" charset="0"/>
              </a:rPr>
              <a:t>/</a:t>
            </a:r>
            <a:r>
              <a:rPr kumimoji="1" lang="ja-JP" altLang="en-US" sz="1100" dirty="0">
                <a:latin typeface="Courier New" panose="02070309020205020404" pitchFamily="49" charset="0"/>
              </a:rPr>
              <a:t>インポート
</a:t>
            </a:r>
            <a:r>
              <a:rPr kumimoji="1" lang="en-US" altLang="ja-JP" sz="1100" dirty="0">
                <a:latin typeface="Courier New" panose="02070309020205020404" pitchFamily="49" charset="0"/>
              </a:rPr>
              <a:t>CLAUDE.md           ....  Claude </a:t>
            </a:r>
            <a:r>
              <a:rPr kumimoji="1" lang="ja-JP" altLang="en-US" sz="1100" dirty="0">
                <a:latin typeface="Courier New" panose="02070309020205020404" pitchFamily="49" charset="0"/>
              </a:rPr>
              <a:t>が読む設計書（変更不要）
</a:t>
            </a:r>
            <a:r>
              <a:rPr kumimoji="1" lang="en-US" altLang="ja-JP" sz="1100" dirty="0">
                <a:latin typeface="Courier New" panose="02070309020205020404" pitchFamily="49" charset="0"/>
              </a:rPr>
              <a:t>manuals/            ....  </a:t>
            </a:r>
            <a:r>
              <a:rPr kumimoji="1" lang="ja-JP" altLang="en-US" sz="1100" dirty="0">
                <a:latin typeface="Courier New" panose="02070309020205020404" pitchFamily="49" charset="0"/>
              </a:rPr>
              <a:t>このマニュアル（</a:t>
            </a:r>
            <a:r>
              <a:rPr kumimoji="1" lang="en-US" altLang="ja-JP" sz="1100" dirty="0">
                <a:latin typeface="Courier New" panose="02070309020205020404" pitchFamily="49" charset="0"/>
              </a:rPr>
              <a:t>git </a:t>
            </a:r>
            <a:r>
              <a:rPr kumimoji="1" lang="ja-JP" altLang="en-US" sz="1100" dirty="0">
                <a:latin typeface="Courier New" panose="02070309020205020404" pitchFamily="49" charset="0"/>
              </a:rPr>
              <a:t>に含めない）</a:t>
            </a:r>
          </a:p>
        </p:txBody>
      </p:sp>
      <p:sp>
        <p:nvSpPr>
          <p:cNvPr id="20" name="テキスト ボックス 19">
            <a:extLst>
              <a:ext uri="{FF2B5EF4-FFF2-40B4-BE49-F238E27FC236}">
                <a16:creationId xmlns:a16="http://schemas.microsoft.com/office/drawing/2014/main" id="{9918552F-9FB2-CA39-578E-AA6755C54516}"/>
              </a:ext>
            </a:extLst>
          </p:cNvPr>
          <p:cNvSpPr txBox="1"/>
          <p:nvPr/>
        </p:nvSpPr>
        <p:spPr>
          <a:xfrm>
            <a:off x="6111240" y="848858"/>
            <a:ext cx="2667000" cy="707886"/>
          </a:xfrm>
          <a:prstGeom prst="rect">
            <a:avLst/>
          </a:prstGeom>
          <a:solidFill>
            <a:srgbClr val="FFF6EF"/>
          </a:solidFill>
          <a:ln/>
        </p:spPr>
        <p:txBody>
          <a:bodyPr vert="horz" rtlCol="0">
            <a:spAutoFit/>
          </a:bodyPr>
          <a:lstStyle/>
          <a:p>
            <a:r>
              <a:rPr kumimoji="1" lang="ja-JP" altLang="en-US" sz="1000" dirty="0"/>
              <a:t>💡 ポイント
</a:t>
            </a:r>
            <a:r>
              <a:rPr kumimoji="1" lang="en-US" altLang="ja-JP" sz="1000" dirty="0"/>
              <a:t>Claude Code </a:t>
            </a:r>
            <a:r>
              <a:rPr kumimoji="1" lang="ja-JP" altLang="en-US" sz="1000" dirty="0"/>
              <a:t>に依頼すると該当ファイルを直接編集してくれます。</a:t>
            </a:r>
            <a:r>
              <a:rPr kumimoji="1" lang="en-US" altLang="ja-JP" sz="1000" dirty="0"/>
              <a:t>push.bat </a:t>
            </a:r>
            <a:r>
              <a:rPr kumimoji="1" lang="ja-JP" altLang="en-US" sz="1000" dirty="0"/>
              <a:t>で反映してください。</a:t>
            </a:r>
          </a:p>
        </p:txBody>
      </p:sp>
    </p:spTree>
    <p:extLst>
      <p:ext uri="{BB962C8B-B14F-4D97-AF65-F5344CB8AC3E}">
        <p14:creationId xmlns:p14="http://schemas.microsoft.com/office/powerpoint/2010/main" val="2050951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3A5F"/>
          </a:solidFill>
          <a:ln/>
        </p:spPr>
        <p:txBody>
          <a:bodyPr/>
          <a:lstStyle/>
          <a:p>
            <a:endParaRPr lang="ja-JP" altLang="en-US"/>
          </a:p>
        </p:txBody>
      </p:sp>
      <p:sp>
        <p:nvSpPr>
          <p:cNvPr id="3" name="Text 1"/>
          <p:cNvSpPr/>
          <p:nvPr/>
        </p:nvSpPr>
        <p:spPr>
          <a:xfrm>
            <a:off x="365760" y="45720"/>
            <a:ext cx="6400800" cy="548640"/>
          </a:xfrm>
          <a:prstGeom prst="rect">
            <a:avLst/>
          </a:prstGeom>
          <a:noFill/>
          <a:ln/>
        </p:spPr>
        <p:txBody>
          <a:bodyPr wrap="square" lIns="0" tIns="0" rIns="0" bIns="0" rtlCol="0" anchor="ctr"/>
          <a:lstStyle/>
          <a:p>
            <a:pPr marL="0" indent="0">
              <a:buNone/>
            </a:pPr>
            <a:r>
              <a:rPr lang="en-US" sz="2200" b="1" dirty="0">
                <a:solidFill>
                  <a:srgbClr val="FFFFFF"/>
                </a:solidFill>
              </a:rPr>
              <a:t>ファイル更新手順（通常）</a:t>
            </a:r>
            <a:endParaRPr lang="en-US" sz="2200" dirty="0"/>
          </a:p>
        </p:txBody>
      </p:sp>
      <p:sp>
        <p:nvSpPr>
          <p:cNvPr id="4" name="Text 2"/>
          <p:cNvSpPr/>
          <p:nvPr/>
        </p:nvSpPr>
        <p:spPr>
          <a:xfrm>
            <a:off x="365760" y="685800"/>
            <a:ext cx="8229600" cy="365760"/>
          </a:xfrm>
          <a:prstGeom prst="rect">
            <a:avLst/>
          </a:prstGeom>
          <a:noFill/>
          <a:ln/>
        </p:spPr>
        <p:txBody>
          <a:bodyPr wrap="square" lIns="0" tIns="0" rIns="0" bIns="0" rtlCol="0" anchor="ctr"/>
          <a:lstStyle/>
          <a:p>
            <a:pPr marL="0" indent="0">
              <a:buNone/>
            </a:pPr>
            <a:r>
              <a:rPr lang="en-US" sz="1300" b="1">
                <a:solidFill>
                  <a:srgbClr val="2563EB"/>
                </a:solidFill>
              </a:rPr>
              <a:t>Claude Code</a:t>
            </a:r>
            <a:r>
              <a:rPr lang="ja-JP" altLang="en-US" sz="1300" b="1">
                <a:solidFill>
                  <a:srgbClr val="2563EB"/>
                </a:solidFill>
              </a:rPr>
              <a:t>に依頼後、</a:t>
            </a:r>
            <a:r>
              <a:rPr lang="en-US" sz="1300" b="1">
                <a:solidFill>
                  <a:srgbClr val="2563EB"/>
                </a:solidFill>
              </a:rPr>
              <a:t>push.bat </a:t>
            </a:r>
            <a:r>
              <a:rPr lang="ja-JP" altLang="en-US" sz="1300" b="1">
                <a:solidFill>
                  <a:srgbClr val="2563EB"/>
                </a:solidFill>
              </a:rPr>
              <a:t>で反映する流れ</a:t>
            </a:r>
            <a:endParaRPr lang="en-US" sz="1300" dirty="0"/>
          </a:p>
        </p:txBody>
      </p:sp>
      <p:sp>
        <p:nvSpPr>
          <p:cNvPr id="5" name="Shape 3"/>
          <p:cNvSpPr/>
          <p:nvPr/>
        </p:nvSpPr>
        <p:spPr>
          <a:xfrm>
            <a:off x="0" y="4983480"/>
            <a:ext cx="9144000" cy="164592"/>
          </a:xfrm>
          <a:prstGeom prst="rect">
            <a:avLst/>
          </a:prstGeom>
          <a:solidFill>
            <a:srgbClr val="DBEAFE"/>
          </a:solidFill>
          <a:ln/>
        </p:spPr>
        <p:txBody>
          <a:bodyPr/>
          <a:lstStyle/>
          <a:p>
            <a:endParaRPr lang="ja-JP" altLang="en-US"/>
          </a:p>
        </p:txBody>
      </p:sp>
      <p:sp>
        <p:nvSpPr>
          <p:cNvPr id="6" name="Text 4"/>
          <p:cNvSpPr/>
          <p:nvPr/>
        </p:nvSpPr>
        <p:spPr>
          <a:xfrm>
            <a:off x="274320" y="4974336"/>
            <a:ext cx="5486400" cy="182880"/>
          </a:xfrm>
          <a:prstGeom prst="rect">
            <a:avLst/>
          </a:prstGeom>
          <a:noFill/>
          <a:ln/>
        </p:spPr>
        <p:txBody>
          <a:bodyPr wrap="square" lIns="0" tIns="0" rIns="0" bIns="0" rtlCol="0" anchor="ctr"/>
          <a:lstStyle/>
          <a:p>
            <a:pPr marL="0" indent="0">
              <a:buNone/>
            </a:pPr>
            <a:r>
              <a:rPr lang="en-US" sz="900" dirty="0">
                <a:solidFill>
                  <a:srgbClr val="6B7280"/>
                </a:solidFill>
              </a:rPr>
              <a:t>手かざし記録アプリ 運用マニュアル</a:t>
            </a:r>
            <a:endParaRPr lang="en-US" sz="900" dirty="0"/>
          </a:p>
        </p:txBody>
      </p:sp>
      <p:sp>
        <p:nvSpPr>
          <p:cNvPr id="7" name="Shape 5"/>
          <p:cNvSpPr/>
          <p:nvPr/>
        </p:nvSpPr>
        <p:spPr>
          <a:xfrm>
            <a:off x="365760" y="914400"/>
            <a:ext cx="347472" cy="347472"/>
          </a:xfrm>
          <a:prstGeom prst="ellipse">
            <a:avLst/>
          </a:prstGeom>
          <a:solidFill>
            <a:srgbClr val="2563EB"/>
          </a:solidFill>
          <a:ln/>
        </p:spPr>
        <p:txBody>
          <a:bodyPr/>
          <a:lstStyle/>
          <a:p>
            <a:endParaRPr lang="ja-JP" altLang="en-US"/>
          </a:p>
        </p:txBody>
      </p:sp>
      <p:sp>
        <p:nvSpPr>
          <p:cNvPr id="8" name="Text 6"/>
          <p:cNvSpPr/>
          <p:nvPr/>
        </p:nvSpPr>
        <p:spPr>
          <a:xfrm>
            <a:off x="365760" y="923544"/>
            <a:ext cx="347472" cy="32918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9" name="Text 7"/>
          <p:cNvSpPr/>
          <p:nvPr/>
        </p:nvSpPr>
        <p:spPr>
          <a:xfrm>
            <a:off x="804672" y="932688"/>
            <a:ext cx="3053095" cy="329184"/>
          </a:xfrm>
          <a:prstGeom prst="rect">
            <a:avLst/>
          </a:prstGeom>
          <a:noFill/>
          <a:ln/>
        </p:spPr>
        <p:txBody>
          <a:bodyPr wrap="square" lIns="0" tIns="0" rIns="0" bIns="0" rtlCol="0" anchor="ctr"/>
          <a:lstStyle/>
          <a:p>
            <a:pPr marL="0" indent="0">
              <a:buNone/>
            </a:pPr>
            <a:r>
              <a:rPr lang="en-US" altLang="ja-JP" sz="1200">
                <a:solidFill>
                  <a:srgbClr val="374151"/>
                </a:solidFill>
              </a:rPr>
              <a:t>Claude Code </a:t>
            </a:r>
            <a:r>
              <a:rPr lang="ja-JP" altLang="en-US" sz="1200">
                <a:solidFill>
                  <a:srgbClr val="374151"/>
                </a:solidFill>
              </a:rPr>
              <a:t>でファイルを修正・保存する</a:t>
            </a:r>
            <a:endParaRPr lang="en-US" sz="1200" dirty="0"/>
          </a:p>
        </p:txBody>
      </p:sp>
      <p:sp>
        <p:nvSpPr>
          <p:cNvPr id="10" name="Shape 8"/>
          <p:cNvSpPr/>
          <p:nvPr/>
        </p:nvSpPr>
        <p:spPr>
          <a:xfrm>
            <a:off x="365760" y="1453896"/>
            <a:ext cx="347472" cy="347472"/>
          </a:xfrm>
          <a:prstGeom prst="ellipse">
            <a:avLst/>
          </a:prstGeom>
          <a:solidFill>
            <a:srgbClr val="2563EB"/>
          </a:solidFill>
          <a:ln/>
        </p:spPr>
        <p:txBody>
          <a:bodyPr/>
          <a:lstStyle/>
          <a:p>
            <a:endParaRPr lang="ja-JP" altLang="en-US"/>
          </a:p>
        </p:txBody>
      </p:sp>
      <p:sp>
        <p:nvSpPr>
          <p:cNvPr id="11" name="Text 9"/>
          <p:cNvSpPr/>
          <p:nvPr/>
        </p:nvSpPr>
        <p:spPr>
          <a:xfrm>
            <a:off x="365760" y="1463040"/>
            <a:ext cx="347472" cy="32918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2" name="Text 10"/>
          <p:cNvSpPr/>
          <p:nvPr/>
        </p:nvSpPr>
        <p:spPr>
          <a:xfrm>
            <a:off x="804672" y="1472184"/>
            <a:ext cx="3544415" cy="329184"/>
          </a:xfrm>
          <a:prstGeom prst="rect">
            <a:avLst/>
          </a:prstGeom>
          <a:noFill/>
          <a:ln/>
        </p:spPr>
        <p:txBody>
          <a:bodyPr wrap="square" lIns="0" tIns="0" rIns="0" bIns="0" rtlCol="0" anchor="ctr"/>
          <a:lstStyle/>
          <a:p>
            <a:pPr marL="0" indent="0">
              <a:buNone/>
            </a:pPr>
            <a:r>
              <a:rPr lang="en-US" altLang="ja-JP" sz="1200" dirty="0">
                <a:solidFill>
                  <a:srgbClr val="374151"/>
                </a:solidFill>
              </a:rPr>
              <a:t>master</a:t>
            </a:r>
            <a:r>
              <a:rPr lang="ja-JP" altLang="en-US" sz="1200" dirty="0">
                <a:solidFill>
                  <a:srgbClr val="374151"/>
                </a:solidFill>
              </a:rPr>
              <a:t>フォルダの </a:t>
            </a:r>
            <a:r>
              <a:rPr lang="en-US" altLang="ja-JP" sz="1200" dirty="0">
                <a:solidFill>
                  <a:srgbClr val="374151"/>
                </a:solidFill>
              </a:rPr>
              <a:t>push.bat </a:t>
            </a:r>
            <a:r>
              <a:rPr lang="ja-JP" altLang="en-US" sz="1200" dirty="0">
                <a:solidFill>
                  <a:srgbClr val="374151"/>
                </a:solidFill>
              </a:rPr>
              <a:t>をダブルクリックする</a:t>
            </a:r>
            <a:endParaRPr lang="en-US" sz="1200" dirty="0"/>
          </a:p>
        </p:txBody>
      </p:sp>
      <p:sp>
        <p:nvSpPr>
          <p:cNvPr id="13" name="Shape 11"/>
          <p:cNvSpPr/>
          <p:nvPr/>
        </p:nvSpPr>
        <p:spPr>
          <a:xfrm>
            <a:off x="365760" y="1993392"/>
            <a:ext cx="347472" cy="347472"/>
          </a:xfrm>
          <a:prstGeom prst="ellipse">
            <a:avLst/>
          </a:prstGeom>
          <a:solidFill>
            <a:srgbClr val="2563EB"/>
          </a:solidFill>
          <a:ln/>
        </p:spPr>
        <p:txBody>
          <a:bodyPr/>
          <a:lstStyle/>
          <a:p>
            <a:endParaRPr lang="ja-JP" altLang="en-US"/>
          </a:p>
        </p:txBody>
      </p:sp>
      <p:sp>
        <p:nvSpPr>
          <p:cNvPr id="14" name="Text 12"/>
          <p:cNvSpPr/>
          <p:nvPr/>
        </p:nvSpPr>
        <p:spPr>
          <a:xfrm>
            <a:off x="365760" y="2002536"/>
            <a:ext cx="347472" cy="32918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5" name="Text 13"/>
          <p:cNvSpPr/>
          <p:nvPr/>
        </p:nvSpPr>
        <p:spPr>
          <a:xfrm>
            <a:off x="804672" y="2011680"/>
            <a:ext cx="4144916" cy="329184"/>
          </a:xfrm>
          <a:prstGeom prst="rect">
            <a:avLst/>
          </a:prstGeom>
          <a:noFill/>
          <a:ln/>
        </p:spPr>
        <p:txBody>
          <a:bodyPr wrap="square" lIns="0" tIns="0" rIns="0" bIns="0" rtlCol="0" anchor="ctr"/>
          <a:lstStyle/>
          <a:p>
            <a:pPr marL="0" indent="0">
              <a:buNone/>
            </a:pPr>
            <a:r>
              <a:rPr lang="ja-JP" altLang="en-US" sz="1200" dirty="0">
                <a:solidFill>
                  <a:srgbClr val="374151"/>
                </a:solidFill>
              </a:rPr>
              <a:t>「</a:t>
            </a:r>
            <a:r>
              <a:rPr lang="en-US" altLang="ja-JP" sz="1200" dirty="0">
                <a:solidFill>
                  <a:srgbClr val="374151"/>
                </a:solidFill>
              </a:rPr>
              <a:t>update</a:t>
            </a:r>
            <a:r>
              <a:rPr lang="ja-JP" altLang="en-US" sz="1200" dirty="0">
                <a:solidFill>
                  <a:srgbClr val="374151"/>
                </a:solidFill>
              </a:rPr>
              <a:t>」でコミットされ、</a:t>
            </a:r>
            <a:r>
              <a:rPr lang="en-US" altLang="ja-JP" sz="1200" dirty="0">
                <a:solidFill>
                  <a:srgbClr val="374151"/>
                </a:solidFill>
              </a:rPr>
              <a:t>test </a:t>
            </a:r>
            <a:r>
              <a:rPr lang="ja-JP" altLang="en-US" sz="1200" dirty="0">
                <a:solidFill>
                  <a:srgbClr val="374151"/>
                </a:solidFill>
              </a:rPr>
              <a:t>ブランチへ自動プッシュ</a:t>
            </a:r>
            <a:endParaRPr lang="en-US" sz="1200" dirty="0"/>
          </a:p>
        </p:txBody>
      </p:sp>
      <p:sp>
        <p:nvSpPr>
          <p:cNvPr id="16" name="Shape 14"/>
          <p:cNvSpPr/>
          <p:nvPr/>
        </p:nvSpPr>
        <p:spPr>
          <a:xfrm>
            <a:off x="365760" y="2532888"/>
            <a:ext cx="347472" cy="347472"/>
          </a:xfrm>
          <a:prstGeom prst="ellipse">
            <a:avLst/>
          </a:prstGeom>
          <a:solidFill>
            <a:srgbClr val="2563EB"/>
          </a:solidFill>
          <a:ln/>
        </p:spPr>
        <p:txBody>
          <a:bodyPr/>
          <a:lstStyle/>
          <a:p>
            <a:endParaRPr lang="ja-JP" altLang="en-US"/>
          </a:p>
        </p:txBody>
      </p:sp>
      <p:sp>
        <p:nvSpPr>
          <p:cNvPr id="17" name="Text 15"/>
          <p:cNvSpPr/>
          <p:nvPr/>
        </p:nvSpPr>
        <p:spPr>
          <a:xfrm>
            <a:off x="365760" y="2542032"/>
            <a:ext cx="347472" cy="32918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8" name="Text 16"/>
          <p:cNvSpPr/>
          <p:nvPr/>
        </p:nvSpPr>
        <p:spPr>
          <a:xfrm>
            <a:off x="804672" y="2551176"/>
            <a:ext cx="4690827" cy="329184"/>
          </a:xfrm>
          <a:prstGeom prst="rect">
            <a:avLst/>
          </a:prstGeom>
          <a:noFill/>
          <a:ln/>
        </p:spPr>
        <p:txBody>
          <a:bodyPr wrap="square" lIns="0" tIns="0" rIns="0" bIns="0" rtlCol="0" anchor="ctr"/>
          <a:lstStyle/>
          <a:p>
            <a:pPr marL="0" indent="0">
              <a:buNone/>
            </a:pPr>
            <a:r>
              <a:rPr lang="en-US" sz="1200" dirty="0">
                <a:solidFill>
                  <a:srgbClr val="374151"/>
                </a:solidFill>
              </a:rPr>
              <a:t>GitHub </a:t>
            </a:r>
            <a:r>
              <a:rPr lang="ja-JP" altLang="en-US" sz="1200" dirty="0">
                <a:solidFill>
                  <a:srgbClr val="374151"/>
                </a:solidFill>
              </a:rPr>
              <a:t>を開き、</a:t>
            </a:r>
            <a:r>
              <a:rPr lang="en-US" sz="1200" dirty="0">
                <a:solidFill>
                  <a:srgbClr val="374151"/>
                </a:solidFill>
              </a:rPr>
              <a:t>Compare &amp; pull request </a:t>
            </a:r>
            <a:r>
              <a:rPr lang="ja-JP" altLang="en-US" sz="1200" dirty="0">
                <a:solidFill>
                  <a:srgbClr val="374151"/>
                </a:solidFill>
              </a:rPr>
              <a:t>から </a:t>
            </a:r>
            <a:r>
              <a:rPr lang="en-US" sz="1200" dirty="0" err="1">
                <a:solidFill>
                  <a:srgbClr val="374151"/>
                </a:solidFill>
              </a:rPr>
              <a:t>test→main</a:t>
            </a:r>
            <a:r>
              <a:rPr lang="en-US" sz="1200" dirty="0">
                <a:solidFill>
                  <a:srgbClr val="374151"/>
                </a:solidFill>
              </a:rPr>
              <a:t> </a:t>
            </a:r>
            <a:r>
              <a:rPr lang="ja-JP" altLang="en-US" sz="1200" dirty="0">
                <a:solidFill>
                  <a:srgbClr val="374151"/>
                </a:solidFill>
              </a:rPr>
              <a:t>の </a:t>
            </a:r>
            <a:r>
              <a:rPr lang="en-US" sz="1200" dirty="0">
                <a:solidFill>
                  <a:srgbClr val="374151"/>
                </a:solidFill>
              </a:rPr>
              <a:t>PR </a:t>
            </a:r>
            <a:r>
              <a:rPr lang="ja-JP" altLang="en-US" sz="1200" dirty="0">
                <a:solidFill>
                  <a:srgbClr val="374151"/>
                </a:solidFill>
              </a:rPr>
              <a:t>を承認</a:t>
            </a:r>
            <a:endParaRPr lang="en-US" sz="1200" dirty="0"/>
          </a:p>
        </p:txBody>
      </p:sp>
      <p:sp>
        <p:nvSpPr>
          <p:cNvPr id="19" name="Shape 17"/>
          <p:cNvSpPr/>
          <p:nvPr/>
        </p:nvSpPr>
        <p:spPr>
          <a:xfrm>
            <a:off x="365760" y="3072384"/>
            <a:ext cx="347472" cy="347472"/>
          </a:xfrm>
          <a:prstGeom prst="ellipse">
            <a:avLst/>
          </a:prstGeom>
          <a:solidFill>
            <a:srgbClr val="2563EB"/>
          </a:solidFill>
          <a:ln/>
        </p:spPr>
        <p:txBody>
          <a:bodyPr/>
          <a:lstStyle/>
          <a:p>
            <a:endParaRPr lang="ja-JP" altLang="en-US"/>
          </a:p>
        </p:txBody>
      </p:sp>
      <p:sp>
        <p:nvSpPr>
          <p:cNvPr id="20" name="Text 18"/>
          <p:cNvSpPr/>
          <p:nvPr/>
        </p:nvSpPr>
        <p:spPr>
          <a:xfrm>
            <a:off x="365760" y="3081528"/>
            <a:ext cx="347472" cy="32918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1" name="Text 19"/>
          <p:cNvSpPr/>
          <p:nvPr/>
        </p:nvSpPr>
        <p:spPr>
          <a:xfrm>
            <a:off x="804672" y="3090672"/>
            <a:ext cx="3125883" cy="329184"/>
          </a:xfrm>
          <a:prstGeom prst="rect">
            <a:avLst/>
          </a:prstGeom>
          <a:noFill/>
          <a:ln/>
        </p:spPr>
        <p:txBody>
          <a:bodyPr wrap="square" lIns="0" tIns="0" rIns="0" bIns="0" rtlCol="0" anchor="ctr"/>
          <a:lstStyle/>
          <a:p>
            <a:pPr marL="0" indent="0">
              <a:buNone/>
            </a:pPr>
            <a:r>
              <a:rPr lang="en-US" altLang="ja-JP" sz="1200" dirty="0">
                <a:solidFill>
                  <a:srgbClr val="374151"/>
                </a:solidFill>
              </a:rPr>
              <a:t>1〜2</a:t>
            </a:r>
            <a:r>
              <a:rPr lang="ja-JP" altLang="en-US" sz="1200" dirty="0">
                <a:solidFill>
                  <a:srgbClr val="374151"/>
                </a:solidFill>
              </a:rPr>
              <a:t>分後にアプリ</a:t>
            </a:r>
            <a:r>
              <a:rPr lang="en-US" altLang="ja-JP" sz="1200" dirty="0">
                <a:solidFill>
                  <a:srgbClr val="374151"/>
                </a:solidFill>
              </a:rPr>
              <a:t>URL</a:t>
            </a:r>
            <a:r>
              <a:rPr lang="ja-JP" altLang="en-US" sz="1200" dirty="0">
                <a:solidFill>
                  <a:srgbClr val="374151"/>
                </a:solidFill>
              </a:rPr>
              <a:t>にアクセスして確認</a:t>
            </a:r>
            <a:endParaRPr lang="en-US" sz="1200" dirty="0"/>
          </a:p>
        </p:txBody>
      </p:sp>
      <p:sp>
        <p:nvSpPr>
          <p:cNvPr id="28" name="Shape 26"/>
          <p:cNvSpPr/>
          <p:nvPr/>
        </p:nvSpPr>
        <p:spPr>
          <a:xfrm>
            <a:off x="5943600" y="914400"/>
            <a:ext cx="2834640" cy="1097280"/>
          </a:xfrm>
          <a:prstGeom prst="roundRect">
            <a:avLst>
              <a:gd name="adj" fmla="val 6667"/>
            </a:avLst>
          </a:prstGeom>
          <a:solidFill>
            <a:srgbClr val="DCFCE7"/>
          </a:solidFill>
          <a:ln w="12700">
            <a:solidFill>
              <a:srgbClr val="DBEAFE"/>
            </a:solidFill>
            <a:prstDash val="solid"/>
          </a:ln>
        </p:spPr>
        <p:txBody>
          <a:bodyPr/>
          <a:lstStyle/>
          <a:p>
            <a:endParaRPr lang="ja-JP" altLang="en-US"/>
          </a:p>
        </p:txBody>
      </p:sp>
      <p:sp>
        <p:nvSpPr>
          <p:cNvPr id="29" name="Text 27"/>
          <p:cNvSpPr/>
          <p:nvPr/>
        </p:nvSpPr>
        <p:spPr>
          <a:xfrm>
            <a:off x="6080760" y="1005840"/>
            <a:ext cx="2560320" cy="320040"/>
          </a:xfrm>
          <a:prstGeom prst="rect">
            <a:avLst/>
          </a:prstGeom>
          <a:noFill/>
          <a:ln/>
        </p:spPr>
        <p:txBody>
          <a:bodyPr wrap="square" lIns="0" tIns="0" rIns="0" bIns="0" rtlCol="0" anchor="ctr"/>
          <a:lstStyle/>
          <a:p>
            <a:pPr marL="0" indent="0">
              <a:buNone/>
            </a:pPr>
            <a:r>
              <a:rPr lang="ja-JP" altLang="en-US" sz="1200" b="1" dirty="0">
                <a:solidFill>
                  <a:srgbClr val="16A34A"/>
                </a:solidFill>
              </a:rPr>
              <a:t>⏱ 反映までの時間</a:t>
            </a:r>
            <a:endParaRPr lang="en-US" sz="1200" dirty="0"/>
          </a:p>
        </p:txBody>
      </p:sp>
      <p:sp>
        <p:nvSpPr>
          <p:cNvPr id="30" name="Text 28"/>
          <p:cNvSpPr/>
          <p:nvPr/>
        </p:nvSpPr>
        <p:spPr>
          <a:xfrm>
            <a:off x="6080760" y="1298448"/>
            <a:ext cx="2560320" cy="621792"/>
          </a:xfrm>
          <a:prstGeom prst="rect">
            <a:avLst/>
          </a:prstGeom>
          <a:noFill/>
          <a:ln/>
        </p:spPr>
        <p:txBody>
          <a:bodyPr wrap="square" lIns="0" tIns="0" rIns="0" bIns="0" rtlCol="0" anchor="ctr"/>
          <a:lstStyle/>
          <a:p>
            <a:pPr marL="0" indent="0">
              <a:buNone/>
            </a:pPr>
            <a:r>
              <a:rPr lang="en-US" altLang="ja-JP" sz="1100">
                <a:solidFill>
                  <a:srgbClr val="374151"/>
                </a:solidFill>
              </a:rPr>
              <a:t>push.bat </a:t>
            </a:r>
            <a:r>
              <a:rPr lang="ja-JP" altLang="en-US" sz="1100">
                <a:solidFill>
                  <a:srgbClr val="374151"/>
                </a:solidFill>
              </a:rPr>
              <a:t>実行後、</a:t>
            </a:r>
            <a:r>
              <a:rPr lang="en-US" altLang="ja-JP" sz="1100">
                <a:solidFill>
                  <a:srgbClr val="374151"/>
                </a:solidFill>
              </a:rPr>
              <a:t>GitHub Pages </a:t>
            </a:r>
            <a:r>
              <a:rPr lang="ja-JP" altLang="en-US" sz="1100">
                <a:solidFill>
                  <a:srgbClr val="374151"/>
                </a:solidFill>
              </a:rPr>
              <a:t>への反映に</a:t>
            </a:r>
            <a:r>
              <a:rPr lang="en-US" altLang="ja-JP" sz="1100">
                <a:solidFill>
                  <a:srgbClr val="374151"/>
                </a:solidFill>
              </a:rPr>
              <a:t>1〜2</a:t>
            </a:r>
            <a:r>
              <a:rPr lang="ja-JP" altLang="en-US" sz="1100">
                <a:solidFill>
                  <a:srgbClr val="374151"/>
                </a:solidFill>
              </a:rPr>
              <a:t>分かかります。</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3A5F"/>
          </a:solidFill>
          <a:ln/>
        </p:spPr>
        <p:txBody>
          <a:bodyPr/>
          <a:lstStyle/>
          <a:p>
            <a:endParaRPr lang="ja-JP" altLang="en-US"/>
          </a:p>
        </p:txBody>
      </p:sp>
      <p:sp>
        <p:nvSpPr>
          <p:cNvPr id="3" name="Text 1"/>
          <p:cNvSpPr/>
          <p:nvPr/>
        </p:nvSpPr>
        <p:spPr>
          <a:xfrm>
            <a:off x="365760" y="45720"/>
            <a:ext cx="6400800" cy="548640"/>
          </a:xfrm>
          <a:prstGeom prst="rect">
            <a:avLst/>
          </a:prstGeom>
          <a:noFill/>
          <a:ln/>
        </p:spPr>
        <p:txBody>
          <a:bodyPr wrap="square" lIns="0" tIns="0" rIns="0" bIns="0" rtlCol="0" anchor="ctr"/>
          <a:lstStyle/>
          <a:p>
            <a:pPr marL="0" indent="0">
              <a:buNone/>
            </a:pPr>
            <a:r>
              <a:rPr lang="en-US" sz="2200" b="1" dirty="0">
                <a:solidFill>
                  <a:srgbClr val="FFFFFF"/>
                </a:solidFill>
              </a:rPr>
              <a:t>テスト確認してから公開する手順</a:t>
            </a:r>
            <a:endParaRPr lang="en-US" sz="2200" dirty="0"/>
          </a:p>
        </p:txBody>
      </p:sp>
      <p:sp>
        <p:nvSpPr>
          <p:cNvPr id="4" name="Text 2"/>
          <p:cNvSpPr/>
          <p:nvPr/>
        </p:nvSpPr>
        <p:spPr>
          <a:xfrm>
            <a:off x="548640" y="673743"/>
            <a:ext cx="8229600" cy="365760"/>
          </a:xfrm>
          <a:prstGeom prst="rect">
            <a:avLst/>
          </a:prstGeom>
          <a:noFill/>
          <a:ln/>
        </p:spPr>
        <p:txBody>
          <a:bodyPr wrap="square" lIns="0" tIns="0" rIns="0" bIns="0" rtlCol="0" anchor="ctr"/>
          <a:lstStyle/>
          <a:p>
            <a:pPr marL="0" indent="0">
              <a:buNone/>
            </a:pPr>
            <a:r>
              <a:rPr lang="ja-JP" altLang="en-US" sz="1300" b="1">
                <a:solidFill>
                  <a:srgbClr val="2563EB"/>
                </a:solidFill>
              </a:rPr>
              <a:t>本番に影響を与えずに確認したい場合</a:t>
            </a:r>
            <a:endParaRPr lang="en-US" sz="1300" dirty="0"/>
          </a:p>
        </p:txBody>
      </p:sp>
      <p:sp>
        <p:nvSpPr>
          <p:cNvPr id="5" name="Shape 3"/>
          <p:cNvSpPr/>
          <p:nvPr/>
        </p:nvSpPr>
        <p:spPr>
          <a:xfrm>
            <a:off x="0" y="4983480"/>
            <a:ext cx="9144000" cy="164592"/>
          </a:xfrm>
          <a:prstGeom prst="rect">
            <a:avLst/>
          </a:prstGeom>
          <a:solidFill>
            <a:srgbClr val="DBEAFE"/>
          </a:solidFill>
          <a:ln/>
        </p:spPr>
        <p:txBody>
          <a:bodyPr/>
          <a:lstStyle/>
          <a:p>
            <a:endParaRPr lang="ja-JP" altLang="en-US"/>
          </a:p>
        </p:txBody>
      </p:sp>
      <p:sp>
        <p:nvSpPr>
          <p:cNvPr id="6" name="Text 4"/>
          <p:cNvSpPr/>
          <p:nvPr/>
        </p:nvSpPr>
        <p:spPr>
          <a:xfrm>
            <a:off x="274320" y="4974336"/>
            <a:ext cx="5486400" cy="182880"/>
          </a:xfrm>
          <a:prstGeom prst="rect">
            <a:avLst/>
          </a:prstGeom>
          <a:noFill/>
          <a:ln/>
        </p:spPr>
        <p:txBody>
          <a:bodyPr wrap="square" lIns="0" tIns="0" rIns="0" bIns="0" rtlCol="0" anchor="ctr"/>
          <a:lstStyle/>
          <a:p>
            <a:pPr marL="0" indent="0">
              <a:buNone/>
            </a:pPr>
            <a:r>
              <a:rPr lang="en-US" sz="900" dirty="0">
                <a:solidFill>
                  <a:srgbClr val="6B7280"/>
                </a:solidFill>
              </a:rPr>
              <a:t>手かざし記録アプリ 運用マニュアル</a:t>
            </a:r>
            <a:endParaRPr lang="en-US" sz="900" dirty="0"/>
          </a:p>
        </p:txBody>
      </p:sp>
      <p:sp>
        <p:nvSpPr>
          <p:cNvPr id="7" name="Shape 5"/>
          <p:cNvSpPr/>
          <p:nvPr/>
        </p:nvSpPr>
        <p:spPr>
          <a:xfrm>
            <a:off x="365760" y="777240"/>
            <a:ext cx="54864" cy="3474720"/>
          </a:xfrm>
          <a:prstGeom prst="rect">
            <a:avLst/>
          </a:prstGeom>
          <a:solidFill>
            <a:srgbClr val="DBEAFE"/>
          </a:solidFill>
          <a:ln/>
        </p:spPr>
        <p:txBody>
          <a:bodyPr/>
          <a:lstStyle/>
          <a:p>
            <a:endParaRPr lang="ja-JP" altLang="en-US"/>
          </a:p>
        </p:txBody>
      </p:sp>
      <p:sp>
        <p:nvSpPr>
          <p:cNvPr id="8" name="Shape 6"/>
          <p:cNvSpPr/>
          <p:nvPr/>
        </p:nvSpPr>
        <p:spPr>
          <a:xfrm>
            <a:off x="164592" y="1198874"/>
            <a:ext cx="256032" cy="256032"/>
          </a:xfrm>
          <a:prstGeom prst="ellipse">
            <a:avLst/>
          </a:prstGeom>
          <a:solidFill>
            <a:srgbClr val="F59E0B"/>
          </a:solidFill>
          <a:ln/>
        </p:spPr>
        <p:txBody>
          <a:bodyPr/>
          <a:lstStyle/>
          <a:p>
            <a:endParaRPr lang="ja-JP" altLang="en-US"/>
          </a:p>
        </p:txBody>
      </p:sp>
      <p:sp>
        <p:nvSpPr>
          <p:cNvPr id="9" name="Text 7"/>
          <p:cNvSpPr/>
          <p:nvPr/>
        </p:nvSpPr>
        <p:spPr>
          <a:xfrm>
            <a:off x="502920" y="1163878"/>
            <a:ext cx="1371600" cy="347472"/>
          </a:xfrm>
          <a:prstGeom prst="rect">
            <a:avLst/>
          </a:prstGeom>
          <a:noFill/>
          <a:ln/>
        </p:spPr>
        <p:txBody>
          <a:bodyPr wrap="square" lIns="0" tIns="0" rIns="0" bIns="0" rtlCol="0" anchor="ctr"/>
          <a:lstStyle/>
          <a:p>
            <a:pPr marL="0" indent="0">
              <a:buNone/>
            </a:pPr>
            <a:r>
              <a:rPr lang="en-US" sz="1000" b="1" dirty="0">
                <a:solidFill>
                  <a:srgbClr val="F59E0B"/>
                </a:solidFill>
              </a:rPr>
              <a:t>STEP 1</a:t>
            </a:r>
            <a:endParaRPr lang="en-US" sz="1000" dirty="0"/>
          </a:p>
        </p:txBody>
      </p:sp>
      <p:sp>
        <p:nvSpPr>
          <p:cNvPr id="10" name="Text 8"/>
          <p:cNvSpPr/>
          <p:nvPr/>
        </p:nvSpPr>
        <p:spPr>
          <a:xfrm>
            <a:off x="1187509" y="1296147"/>
            <a:ext cx="6858000" cy="457200"/>
          </a:xfrm>
          <a:prstGeom prst="rect">
            <a:avLst/>
          </a:prstGeom>
          <a:noFill/>
          <a:ln/>
        </p:spPr>
        <p:txBody>
          <a:bodyPr wrap="square" lIns="0" tIns="0" rIns="0" bIns="0" rtlCol="0" anchor="ctr"/>
          <a:lstStyle/>
          <a:p>
            <a:pPr marL="0" indent="0">
              <a:buNone/>
            </a:pPr>
            <a:r>
              <a:rPr lang="en-US" altLang="ja-JP" sz="1100">
                <a:solidFill>
                  <a:srgbClr val="374151"/>
                </a:solidFill>
              </a:rPr>
              <a:t>Claude Code </a:t>
            </a:r>
            <a:r>
              <a:rPr lang="ja-JP" altLang="en-US" sz="1100">
                <a:solidFill>
                  <a:srgbClr val="374151"/>
                </a:solidFill>
              </a:rPr>
              <a:t>でファイルを修正・保存する</a:t>
            </a:r>
            <a:endParaRPr lang="en-US" sz="1100" dirty="0"/>
          </a:p>
        </p:txBody>
      </p:sp>
      <p:sp>
        <p:nvSpPr>
          <p:cNvPr id="11" name="Shape 9"/>
          <p:cNvSpPr/>
          <p:nvPr/>
        </p:nvSpPr>
        <p:spPr>
          <a:xfrm>
            <a:off x="164592" y="1684736"/>
            <a:ext cx="256032" cy="256032"/>
          </a:xfrm>
          <a:prstGeom prst="ellipse">
            <a:avLst/>
          </a:prstGeom>
          <a:solidFill>
            <a:srgbClr val="F59E0B"/>
          </a:solidFill>
          <a:ln/>
        </p:spPr>
        <p:txBody>
          <a:bodyPr/>
          <a:lstStyle/>
          <a:p>
            <a:endParaRPr lang="ja-JP" altLang="en-US"/>
          </a:p>
        </p:txBody>
      </p:sp>
      <p:sp>
        <p:nvSpPr>
          <p:cNvPr id="12" name="Text 10"/>
          <p:cNvSpPr/>
          <p:nvPr/>
        </p:nvSpPr>
        <p:spPr>
          <a:xfrm>
            <a:off x="502920" y="1649740"/>
            <a:ext cx="1371600" cy="347472"/>
          </a:xfrm>
          <a:prstGeom prst="rect">
            <a:avLst/>
          </a:prstGeom>
          <a:noFill/>
          <a:ln/>
        </p:spPr>
        <p:txBody>
          <a:bodyPr wrap="square" lIns="0" tIns="0" rIns="0" bIns="0" rtlCol="0" anchor="ctr"/>
          <a:lstStyle/>
          <a:p>
            <a:pPr marL="0" indent="0">
              <a:buNone/>
            </a:pPr>
            <a:r>
              <a:rPr lang="en-US" sz="1000" b="1" dirty="0">
                <a:solidFill>
                  <a:srgbClr val="F59E0B"/>
                </a:solidFill>
              </a:rPr>
              <a:t>STEP 2</a:t>
            </a:r>
            <a:endParaRPr lang="en-US" sz="1000" dirty="0"/>
          </a:p>
        </p:txBody>
      </p:sp>
      <p:sp>
        <p:nvSpPr>
          <p:cNvPr id="13" name="Text 11"/>
          <p:cNvSpPr/>
          <p:nvPr/>
        </p:nvSpPr>
        <p:spPr>
          <a:xfrm>
            <a:off x="1187509" y="1782009"/>
            <a:ext cx="6858000" cy="457200"/>
          </a:xfrm>
          <a:prstGeom prst="rect">
            <a:avLst/>
          </a:prstGeom>
          <a:noFill/>
          <a:ln/>
        </p:spPr>
        <p:txBody>
          <a:bodyPr wrap="square" lIns="0" tIns="0" rIns="0" bIns="0" rtlCol="0" anchor="ctr"/>
          <a:lstStyle/>
          <a:p>
            <a:pPr marL="0" indent="0">
              <a:buNone/>
            </a:pPr>
            <a:r>
              <a:rPr lang="en-US" altLang="ja-JP" sz="1100">
                <a:solidFill>
                  <a:srgbClr val="374151"/>
                </a:solidFill>
              </a:rPr>
              <a:t>push.bat </a:t>
            </a:r>
            <a:r>
              <a:rPr lang="ja-JP" altLang="en-US" sz="1100">
                <a:solidFill>
                  <a:srgbClr val="374151"/>
                </a:solidFill>
              </a:rPr>
              <a:t>をダブルクリック → </a:t>
            </a:r>
            <a:r>
              <a:rPr lang="en-US" altLang="ja-JP" sz="1100">
                <a:solidFill>
                  <a:srgbClr val="374151"/>
                </a:solidFill>
              </a:rPr>
              <a:t>test </a:t>
            </a:r>
            <a:r>
              <a:rPr lang="ja-JP" altLang="en-US" sz="1100">
                <a:solidFill>
                  <a:srgbClr val="374151"/>
                </a:solidFill>
              </a:rPr>
              <a:t>ブランチへ自動プッシュ</a:t>
            </a:r>
            <a:endParaRPr lang="en-US" sz="1100" dirty="0"/>
          </a:p>
        </p:txBody>
      </p:sp>
      <p:sp>
        <p:nvSpPr>
          <p:cNvPr id="14" name="Shape 12"/>
          <p:cNvSpPr/>
          <p:nvPr/>
        </p:nvSpPr>
        <p:spPr>
          <a:xfrm>
            <a:off x="164592" y="2170598"/>
            <a:ext cx="256032" cy="256032"/>
          </a:xfrm>
          <a:prstGeom prst="ellipse">
            <a:avLst/>
          </a:prstGeom>
          <a:solidFill>
            <a:srgbClr val="F59E0B"/>
          </a:solidFill>
          <a:ln/>
        </p:spPr>
        <p:txBody>
          <a:bodyPr/>
          <a:lstStyle/>
          <a:p>
            <a:endParaRPr lang="ja-JP" altLang="en-US"/>
          </a:p>
        </p:txBody>
      </p:sp>
      <p:sp>
        <p:nvSpPr>
          <p:cNvPr id="15" name="Text 13"/>
          <p:cNvSpPr/>
          <p:nvPr/>
        </p:nvSpPr>
        <p:spPr>
          <a:xfrm>
            <a:off x="502920" y="2135602"/>
            <a:ext cx="1371600" cy="347472"/>
          </a:xfrm>
          <a:prstGeom prst="rect">
            <a:avLst/>
          </a:prstGeom>
          <a:noFill/>
          <a:ln/>
        </p:spPr>
        <p:txBody>
          <a:bodyPr wrap="square" lIns="0" tIns="0" rIns="0" bIns="0" rtlCol="0" anchor="ctr"/>
          <a:lstStyle/>
          <a:p>
            <a:pPr marL="0" indent="0">
              <a:buNone/>
            </a:pPr>
            <a:r>
              <a:rPr lang="en-US" sz="1000" b="1" dirty="0">
                <a:solidFill>
                  <a:srgbClr val="F59E0B"/>
                </a:solidFill>
              </a:rPr>
              <a:t>STEP 3</a:t>
            </a:r>
            <a:endParaRPr lang="en-US" sz="1000" dirty="0"/>
          </a:p>
        </p:txBody>
      </p:sp>
      <p:sp>
        <p:nvSpPr>
          <p:cNvPr id="16" name="Text 14"/>
          <p:cNvSpPr/>
          <p:nvPr/>
        </p:nvSpPr>
        <p:spPr>
          <a:xfrm>
            <a:off x="1187509" y="2267871"/>
            <a:ext cx="6858000" cy="457200"/>
          </a:xfrm>
          <a:prstGeom prst="rect">
            <a:avLst/>
          </a:prstGeom>
          <a:noFill/>
          <a:ln/>
        </p:spPr>
        <p:txBody>
          <a:bodyPr wrap="square" lIns="0" tIns="0" rIns="0" bIns="0" rtlCol="0" anchor="ctr"/>
          <a:lstStyle/>
          <a:p>
            <a:pPr marL="0" indent="0">
              <a:buNone/>
            </a:pPr>
            <a:r>
              <a:rPr lang="ja-JP" altLang="en-US" sz="1100">
                <a:solidFill>
                  <a:srgbClr val="374151"/>
                </a:solidFill>
              </a:rPr>
              <a:t>確認したい場合は </a:t>
            </a:r>
            <a:r>
              <a:rPr lang="en-US" altLang="ja-JP" sz="1100">
                <a:solidFill>
                  <a:srgbClr val="374151"/>
                </a:solidFill>
              </a:rPr>
              <a:t>Settings→Pages→Branch </a:t>
            </a:r>
            <a:r>
              <a:rPr lang="ja-JP" altLang="en-US" sz="1100">
                <a:solidFill>
                  <a:srgbClr val="374151"/>
                </a:solidFill>
              </a:rPr>
              <a:t>を「</a:t>
            </a:r>
            <a:r>
              <a:rPr lang="en-US" altLang="ja-JP" sz="1100">
                <a:solidFill>
                  <a:srgbClr val="374151"/>
                </a:solidFill>
              </a:rPr>
              <a:t>test</a:t>
            </a:r>
            <a:r>
              <a:rPr lang="ja-JP" altLang="en-US" sz="1100">
                <a:solidFill>
                  <a:srgbClr val="374151"/>
                </a:solidFill>
              </a:rPr>
              <a:t>」に変更して</a:t>
            </a:r>
            <a:r>
              <a:rPr lang="en-US" altLang="ja-JP" sz="1100">
                <a:solidFill>
                  <a:srgbClr val="374151"/>
                </a:solidFill>
              </a:rPr>
              <a:t>URL</a:t>
            </a:r>
            <a:r>
              <a:rPr lang="ja-JP" altLang="en-US" sz="1100">
                <a:solidFill>
                  <a:srgbClr val="374151"/>
                </a:solidFill>
              </a:rPr>
              <a:t>で確認</a:t>
            </a:r>
            <a:endParaRPr lang="en-US" sz="1100" dirty="0"/>
          </a:p>
        </p:txBody>
      </p:sp>
      <p:sp>
        <p:nvSpPr>
          <p:cNvPr id="17" name="Shape 15"/>
          <p:cNvSpPr/>
          <p:nvPr/>
        </p:nvSpPr>
        <p:spPr>
          <a:xfrm>
            <a:off x="164592" y="2656460"/>
            <a:ext cx="256032" cy="256032"/>
          </a:xfrm>
          <a:prstGeom prst="ellipse">
            <a:avLst/>
          </a:prstGeom>
          <a:solidFill>
            <a:srgbClr val="F59E0B"/>
          </a:solidFill>
          <a:ln/>
        </p:spPr>
        <p:txBody>
          <a:bodyPr/>
          <a:lstStyle/>
          <a:p>
            <a:endParaRPr lang="ja-JP" altLang="en-US"/>
          </a:p>
        </p:txBody>
      </p:sp>
      <p:sp>
        <p:nvSpPr>
          <p:cNvPr id="18" name="Text 16"/>
          <p:cNvSpPr/>
          <p:nvPr/>
        </p:nvSpPr>
        <p:spPr>
          <a:xfrm>
            <a:off x="502920" y="2621464"/>
            <a:ext cx="1371600" cy="347472"/>
          </a:xfrm>
          <a:prstGeom prst="rect">
            <a:avLst/>
          </a:prstGeom>
          <a:noFill/>
          <a:ln/>
        </p:spPr>
        <p:txBody>
          <a:bodyPr wrap="square" lIns="0" tIns="0" rIns="0" bIns="0" rtlCol="0" anchor="ctr"/>
          <a:lstStyle/>
          <a:p>
            <a:pPr marL="0" indent="0">
              <a:buNone/>
            </a:pPr>
            <a:r>
              <a:rPr lang="en-US" sz="1000" b="1" dirty="0">
                <a:solidFill>
                  <a:srgbClr val="F59E0B"/>
                </a:solidFill>
              </a:rPr>
              <a:t>STEP 4</a:t>
            </a:r>
            <a:endParaRPr lang="en-US" sz="1000" dirty="0"/>
          </a:p>
        </p:txBody>
      </p:sp>
      <p:sp>
        <p:nvSpPr>
          <p:cNvPr id="19" name="Text 17"/>
          <p:cNvSpPr/>
          <p:nvPr/>
        </p:nvSpPr>
        <p:spPr>
          <a:xfrm>
            <a:off x="1187509" y="2753733"/>
            <a:ext cx="6858000" cy="457200"/>
          </a:xfrm>
          <a:prstGeom prst="rect">
            <a:avLst/>
          </a:prstGeom>
          <a:noFill/>
          <a:ln/>
        </p:spPr>
        <p:txBody>
          <a:bodyPr wrap="square" lIns="0" tIns="0" rIns="0" bIns="0" rtlCol="0" anchor="ctr"/>
          <a:lstStyle/>
          <a:p>
            <a:pPr marL="0" indent="0">
              <a:buNone/>
            </a:pPr>
            <a:r>
              <a:rPr lang="ja-JP" altLang="en-US" sz="1100">
                <a:solidFill>
                  <a:srgbClr val="374151"/>
                </a:solidFill>
              </a:rPr>
              <a:t>問題なければ </a:t>
            </a:r>
            <a:r>
              <a:rPr lang="en-US" altLang="ja-JP" sz="1100">
                <a:solidFill>
                  <a:srgbClr val="374151"/>
                </a:solidFill>
              </a:rPr>
              <a:t>GitHub </a:t>
            </a:r>
            <a:r>
              <a:rPr lang="ja-JP" altLang="en-US" sz="1100">
                <a:solidFill>
                  <a:srgbClr val="374151"/>
                </a:solidFill>
              </a:rPr>
              <a:t>で </a:t>
            </a:r>
            <a:r>
              <a:rPr lang="en-US" altLang="ja-JP" sz="1100">
                <a:solidFill>
                  <a:srgbClr val="374151"/>
                </a:solidFill>
              </a:rPr>
              <a:t>test→main </a:t>
            </a:r>
            <a:r>
              <a:rPr lang="ja-JP" altLang="en-US" sz="1100">
                <a:solidFill>
                  <a:srgbClr val="374151"/>
                </a:solidFill>
              </a:rPr>
              <a:t>の </a:t>
            </a:r>
            <a:r>
              <a:rPr lang="en-US" altLang="ja-JP" sz="1100">
                <a:solidFill>
                  <a:srgbClr val="374151"/>
                </a:solidFill>
              </a:rPr>
              <a:t>PR </a:t>
            </a:r>
            <a:r>
              <a:rPr lang="ja-JP" altLang="en-US" sz="1100">
                <a:solidFill>
                  <a:srgbClr val="374151"/>
                </a:solidFill>
              </a:rPr>
              <a:t>を承認</a:t>
            </a:r>
            <a:endParaRPr lang="en-US" sz="1100" dirty="0"/>
          </a:p>
        </p:txBody>
      </p:sp>
      <p:sp>
        <p:nvSpPr>
          <p:cNvPr id="20" name="Shape 18"/>
          <p:cNvSpPr/>
          <p:nvPr/>
        </p:nvSpPr>
        <p:spPr>
          <a:xfrm>
            <a:off x="164592" y="3142322"/>
            <a:ext cx="256032" cy="256032"/>
          </a:xfrm>
          <a:prstGeom prst="ellipse">
            <a:avLst/>
          </a:prstGeom>
          <a:solidFill>
            <a:srgbClr val="2563EB"/>
          </a:solidFill>
          <a:ln/>
        </p:spPr>
        <p:txBody>
          <a:bodyPr/>
          <a:lstStyle/>
          <a:p>
            <a:endParaRPr lang="ja-JP" altLang="en-US"/>
          </a:p>
        </p:txBody>
      </p:sp>
      <p:sp>
        <p:nvSpPr>
          <p:cNvPr id="21" name="Text 19"/>
          <p:cNvSpPr/>
          <p:nvPr/>
        </p:nvSpPr>
        <p:spPr>
          <a:xfrm>
            <a:off x="502920" y="3107326"/>
            <a:ext cx="1371600" cy="347472"/>
          </a:xfrm>
          <a:prstGeom prst="rect">
            <a:avLst/>
          </a:prstGeom>
          <a:noFill/>
          <a:ln/>
        </p:spPr>
        <p:txBody>
          <a:bodyPr wrap="square" lIns="0" tIns="0" rIns="0" bIns="0" rtlCol="0" anchor="ctr"/>
          <a:lstStyle/>
          <a:p>
            <a:pPr marL="0" indent="0">
              <a:buNone/>
            </a:pPr>
            <a:r>
              <a:rPr lang="en-US" sz="1000" b="1" dirty="0">
                <a:solidFill>
                  <a:srgbClr val="2563EB"/>
                </a:solidFill>
              </a:rPr>
              <a:t>STEP 5</a:t>
            </a:r>
            <a:endParaRPr lang="en-US" sz="1000" dirty="0"/>
          </a:p>
        </p:txBody>
      </p:sp>
      <p:sp>
        <p:nvSpPr>
          <p:cNvPr id="22" name="Text 20"/>
          <p:cNvSpPr/>
          <p:nvPr/>
        </p:nvSpPr>
        <p:spPr>
          <a:xfrm>
            <a:off x="1187509" y="3239595"/>
            <a:ext cx="6858000" cy="457200"/>
          </a:xfrm>
          <a:prstGeom prst="rect">
            <a:avLst/>
          </a:prstGeom>
          <a:noFill/>
          <a:ln/>
        </p:spPr>
        <p:txBody>
          <a:bodyPr wrap="square" lIns="0" tIns="0" rIns="0" bIns="0" rtlCol="0" anchor="ctr"/>
          <a:lstStyle/>
          <a:p>
            <a:pPr marL="0" indent="0">
              <a:buNone/>
            </a:pPr>
            <a:r>
              <a:rPr lang="en-US" altLang="ja-JP" sz="1100">
                <a:solidFill>
                  <a:srgbClr val="374151"/>
                </a:solidFill>
              </a:rPr>
              <a:t>1〜2</a:t>
            </a:r>
            <a:r>
              <a:rPr lang="ja-JP" altLang="en-US" sz="1100">
                <a:solidFill>
                  <a:srgbClr val="374151"/>
                </a:solidFill>
              </a:rPr>
              <a:t>分後に本番</a:t>
            </a:r>
            <a:r>
              <a:rPr lang="en-US" altLang="ja-JP" sz="1100">
                <a:solidFill>
                  <a:srgbClr val="374151"/>
                </a:solidFill>
              </a:rPr>
              <a:t>URL</a:t>
            </a:r>
            <a:r>
              <a:rPr lang="ja-JP" altLang="en-US" sz="1100">
                <a:solidFill>
                  <a:srgbClr val="374151"/>
                </a:solidFill>
              </a:rPr>
              <a:t>で最終確認 → 完了</a:t>
            </a:r>
            <a:endParaRPr lang="en-US" sz="1100" dirty="0"/>
          </a:p>
        </p:txBody>
      </p:sp>
      <p:sp>
        <p:nvSpPr>
          <p:cNvPr id="23" name="Shape 21"/>
          <p:cNvSpPr/>
          <p:nvPr/>
        </p:nvSpPr>
        <p:spPr>
          <a:xfrm>
            <a:off x="164592" y="3628184"/>
            <a:ext cx="256032" cy="256032"/>
          </a:xfrm>
          <a:prstGeom prst="ellipse">
            <a:avLst/>
          </a:prstGeom>
          <a:solidFill>
            <a:srgbClr val="DC2626"/>
          </a:solidFill>
          <a:ln/>
        </p:spPr>
        <p:txBody>
          <a:bodyPr/>
          <a:lstStyle/>
          <a:p>
            <a:endParaRPr lang="ja-JP" altLang="en-US"/>
          </a:p>
        </p:txBody>
      </p:sp>
      <p:sp>
        <p:nvSpPr>
          <p:cNvPr id="24" name="Text 22"/>
          <p:cNvSpPr/>
          <p:nvPr/>
        </p:nvSpPr>
        <p:spPr>
          <a:xfrm>
            <a:off x="502920" y="3593188"/>
            <a:ext cx="1371600" cy="347472"/>
          </a:xfrm>
          <a:prstGeom prst="rect">
            <a:avLst/>
          </a:prstGeom>
          <a:noFill/>
          <a:ln/>
        </p:spPr>
        <p:txBody>
          <a:bodyPr wrap="square" lIns="0" tIns="0" rIns="0" bIns="0" rtlCol="0" anchor="ctr"/>
          <a:lstStyle/>
          <a:p>
            <a:pPr marL="0" indent="0">
              <a:buNone/>
            </a:pPr>
            <a:r>
              <a:rPr lang="en-US" sz="1000" b="1" dirty="0">
                <a:solidFill>
                  <a:srgbClr val="DC2626"/>
                </a:solidFill>
              </a:rPr>
              <a:t>NG時</a:t>
            </a:r>
            <a:endParaRPr lang="en-US" sz="1000" dirty="0"/>
          </a:p>
        </p:txBody>
      </p:sp>
      <p:sp>
        <p:nvSpPr>
          <p:cNvPr id="25" name="Text 23"/>
          <p:cNvSpPr/>
          <p:nvPr/>
        </p:nvSpPr>
        <p:spPr>
          <a:xfrm>
            <a:off x="1187509" y="3725451"/>
            <a:ext cx="6858000" cy="457200"/>
          </a:xfrm>
          <a:prstGeom prst="rect">
            <a:avLst/>
          </a:prstGeom>
          <a:noFill/>
          <a:ln/>
        </p:spPr>
        <p:txBody>
          <a:bodyPr wrap="square" lIns="0" tIns="0" rIns="0" bIns="0" rtlCol="0" anchor="ctr"/>
          <a:lstStyle/>
          <a:p>
            <a:pPr marL="0" indent="0">
              <a:buNone/>
            </a:pPr>
            <a:r>
              <a:rPr lang="en-US" sz="1100">
                <a:solidFill>
                  <a:srgbClr val="374151"/>
                </a:solidFill>
              </a:rPr>
              <a:t>Settings → Pages → Branch </a:t>
            </a:r>
            <a:r>
              <a:rPr lang="ja-JP" altLang="en-US" sz="1100">
                <a:solidFill>
                  <a:srgbClr val="374151"/>
                </a:solidFill>
              </a:rPr>
              <a:t>を「</a:t>
            </a:r>
            <a:r>
              <a:rPr lang="en-US" sz="1100">
                <a:solidFill>
                  <a:srgbClr val="374151"/>
                </a:solidFill>
              </a:rPr>
              <a:t>main」</a:t>
            </a:r>
            <a:r>
              <a:rPr lang="ja-JP" altLang="en-US" sz="1100">
                <a:solidFill>
                  <a:srgbClr val="374151"/>
                </a:solidFill>
              </a:rPr>
              <a:t>に戻す → 修正後 </a:t>
            </a:r>
            <a:r>
              <a:rPr lang="en-US" sz="1100">
                <a:solidFill>
                  <a:srgbClr val="374151"/>
                </a:solidFill>
              </a:rPr>
              <a:t>push.bat </a:t>
            </a:r>
            <a:r>
              <a:rPr lang="ja-JP" altLang="en-US" sz="1100">
                <a:solidFill>
                  <a:srgbClr val="374151"/>
                </a:solidFill>
              </a:rPr>
              <a:t>で再プッシュ</a:t>
            </a:r>
            <a:endParaRPr lang="en-US" sz="1100" dirty="0"/>
          </a:p>
        </p:txBody>
      </p:sp>
      <p:sp>
        <p:nvSpPr>
          <p:cNvPr id="26" name="Shape 24"/>
          <p:cNvSpPr/>
          <p:nvPr/>
        </p:nvSpPr>
        <p:spPr>
          <a:xfrm>
            <a:off x="365760" y="4343400"/>
            <a:ext cx="8412480" cy="502920"/>
          </a:xfrm>
          <a:prstGeom prst="roundRect">
            <a:avLst>
              <a:gd name="adj" fmla="val 14545"/>
            </a:avLst>
          </a:prstGeom>
          <a:solidFill>
            <a:srgbClr val="FEE2E2"/>
          </a:solidFill>
          <a:ln w="12700">
            <a:solidFill>
              <a:srgbClr val="DBEAFE"/>
            </a:solidFill>
            <a:prstDash val="solid"/>
          </a:ln>
        </p:spPr>
        <p:txBody>
          <a:bodyPr/>
          <a:lstStyle/>
          <a:p>
            <a:endParaRPr lang="ja-JP" altLang="en-US"/>
          </a:p>
        </p:txBody>
      </p:sp>
      <p:sp>
        <p:nvSpPr>
          <p:cNvPr id="27" name="Text 25"/>
          <p:cNvSpPr/>
          <p:nvPr/>
        </p:nvSpPr>
        <p:spPr>
          <a:xfrm>
            <a:off x="502920" y="4434840"/>
            <a:ext cx="8138160" cy="320040"/>
          </a:xfrm>
          <a:prstGeom prst="rect">
            <a:avLst/>
          </a:prstGeom>
          <a:noFill/>
          <a:ln/>
        </p:spPr>
        <p:txBody>
          <a:bodyPr wrap="square" lIns="0" tIns="0" rIns="0" bIns="0" rtlCol="0" anchor="ctr"/>
          <a:lstStyle/>
          <a:p>
            <a:pPr marL="0" indent="0">
              <a:buNone/>
            </a:pPr>
            <a:r>
              <a:rPr lang="ja-JP" altLang="en-US" sz="1100">
                <a:solidFill>
                  <a:srgbClr val="374151"/>
                </a:solidFill>
              </a:rPr>
              <a:t>⚠️ </a:t>
            </a:r>
            <a:r>
              <a:rPr lang="en-US" altLang="ja-JP" sz="1100">
                <a:solidFill>
                  <a:srgbClr val="374151"/>
                </a:solidFill>
              </a:rPr>
              <a:t>Pages Branch </a:t>
            </a:r>
            <a:r>
              <a:rPr lang="ja-JP" altLang="en-US" sz="1100">
                <a:solidFill>
                  <a:srgbClr val="374151"/>
                </a:solidFill>
              </a:rPr>
              <a:t>を「</a:t>
            </a:r>
            <a:r>
              <a:rPr lang="en-US" altLang="ja-JP" sz="1100">
                <a:solidFill>
                  <a:srgbClr val="374151"/>
                </a:solidFill>
              </a:rPr>
              <a:t>test</a:t>
            </a:r>
            <a:r>
              <a:rPr lang="ja-JP" altLang="en-US" sz="1100">
                <a:solidFill>
                  <a:srgbClr val="374151"/>
                </a:solidFill>
              </a:rPr>
              <a:t>」に変えている間は知人も確認環境を見ます。確認は素早く行いましょう。</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3A5F"/>
          </a:solidFill>
          <a:ln/>
        </p:spPr>
        <p:txBody>
          <a:bodyPr/>
          <a:lstStyle/>
          <a:p>
            <a:endParaRPr lang="ja-JP" altLang="en-US"/>
          </a:p>
        </p:txBody>
      </p:sp>
      <p:sp>
        <p:nvSpPr>
          <p:cNvPr id="3" name="Text 1"/>
          <p:cNvSpPr/>
          <p:nvPr/>
        </p:nvSpPr>
        <p:spPr>
          <a:xfrm>
            <a:off x="365760" y="45720"/>
            <a:ext cx="6400800" cy="548640"/>
          </a:xfrm>
          <a:prstGeom prst="rect">
            <a:avLst/>
          </a:prstGeom>
          <a:noFill/>
          <a:ln/>
        </p:spPr>
        <p:txBody>
          <a:bodyPr wrap="square" lIns="0" tIns="0" rIns="0" bIns="0" rtlCol="0" anchor="ctr"/>
          <a:lstStyle/>
          <a:p>
            <a:pPr marL="0" indent="0">
              <a:buNone/>
            </a:pPr>
            <a:r>
              <a:rPr lang="en-US" sz="2200" b="1" dirty="0">
                <a:solidFill>
                  <a:srgbClr val="FFFFFF"/>
                </a:solidFill>
              </a:rPr>
              <a:t>メンテナンスモードの切り替え</a:t>
            </a:r>
            <a:endParaRPr lang="en-US" sz="2200" dirty="0"/>
          </a:p>
        </p:txBody>
      </p:sp>
      <p:sp>
        <p:nvSpPr>
          <p:cNvPr id="4" name="Text 2"/>
          <p:cNvSpPr/>
          <p:nvPr/>
        </p:nvSpPr>
        <p:spPr>
          <a:xfrm>
            <a:off x="974956" y="685800"/>
            <a:ext cx="7620404" cy="365760"/>
          </a:xfrm>
          <a:prstGeom prst="rect">
            <a:avLst/>
          </a:prstGeom>
          <a:noFill/>
          <a:ln/>
        </p:spPr>
        <p:txBody>
          <a:bodyPr wrap="square" lIns="0" tIns="0" rIns="0" bIns="0" rtlCol="0" anchor="ctr"/>
          <a:lstStyle/>
          <a:p>
            <a:pPr marL="0" indent="0">
              <a:buNone/>
            </a:pPr>
            <a:r>
              <a:rPr lang="en-US" sz="1300" b="1" dirty="0">
                <a:solidFill>
                  <a:srgbClr val="2563EB"/>
                </a:solidFill>
              </a:rPr>
              <a:t>知人のアクセスを一時停止して作業する方法</a:t>
            </a:r>
            <a:endParaRPr lang="en-US" sz="1300" dirty="0"/>
          </a:p>
        </p:txBody>
      </p:sp>
      <p:sp>
        <p:nvSpPr>
          <p:cNvPr id="5" name="Shape 3"/>
          <p:cNvSpPr/>
          <p:nvPr/>
        </p:nvSpPr>
        <p:spPr>
          <a:xfrm>
            <a:off x="0" y="4983480"/>
            <a:ext cx="9144000" cy="164592"/>
          </a:xfrm>
          <a:prstGeom prst="rect">
            <a:avLst/>
          </a:prstGeom>
          <a:solidFill>
            <a:srgbClr val="DBEAFE"/>
          </a:solidFill>
          <a:ln/>
        </p:spPr>
        <p:txBody>
          <a:bodyPr/>
          <a:lstStyle/>
          <a:p>
            <a:endParaRPr lang="ja-JP" altLang="en-US"/>
          </a:p>
        </p:txBody>
      </p:sp>
      <p:sp>
        <p:nvSpPr>
          <p:cNvPr id="6" name="Text 4"/>
          <p:cNvSpPr/>
          <p:nvPr/>
        </p:nvSpPr>
        <p:spPr>
          <a:xfrm>
            <a:off x="274320" y="4974336"/>
            <a:ext cx="5486400" cy="182880"/>
          </a:xfrm>
          <a:prstGeom prst="rect">
            <a:avLst/>
          </a:prstGeom>
          <a:noFill/>
          <a:ln/>
        </p:spPr>
        <p:txBody>
          <a:bodyPr wrap="square" lIns="0" tIns="0" rIns="0" bIns="0" rtlCol="0" anchor="ctr"/>
          <a:lstStyle/>
          <a:p>
            <a:pPr marL="0" indent="0">
              <a:buNone/>
            </a:pPr>
            <a:r>
              <a:rPr lang="en-US" sz="900" dirty="0">
                <a:solidFill>
                  <a:srgbClr val="6B7280"/>
                </a:solidFill>
              </a:rPr>
              <a:t>手かざし記録アプリ 運用マニュアル</a:t>
            </a:r>
            <a:endParaRPr lang="en-US" sz="900" dirty="0"/>
          </a:p>
        </p:txBody>
      </p:sp>
      <p:sp>
        <p:nvSpPr>
          <p:cNvPr id="7" name="Text 5"/>
          <p:cNvSpPr/>
          <p:nvPr/>
        </p:nvSpPr>
        <p:spPr>
          <a:xfrm>
            <a:off x="365760" y="777240"/>
            <a:ext cx="1828800" cy="365760"/>
          </a:xfrm>
          <a:prstGeom prst="rect">
            <a:avLst/>
          </a:prstGeom>
          <a:noFill/>
          <a:ln/>
        </p:spPr>
        <p:txBody>
          <a:bodyPr wrap="square" lIns="0" tIns="0" rIns="0" bIns="0" rtlCol="0" anchor="ctr"/>
          <a:lstStyle/>
          <a:p>
            <a:pPr marL="0" indent="0">
              <a:buNone/>
            </a:pPr>
            <a:r>
              <a:rPr lang="en-US" sz="1400" b="1" dirty="0">
                <a:solidFill>
                  <a:srgbClr val="1E3A5F"/>
                </a:solidFill>
              </a:rPr>
              <a:t>手順</a:t>
            </a:r>
            <a:endParaRPr lang="en-US" sz="1400" dirty="0"/>
          </a:p>
        </p:txBody>
      </p:sp>
      <p:sp>
        <p:nvSpPr>
          <p:cNvPr id="8" name="Shape 6"/>
          <p:cNvSpPr/>
          <p:nvPr/>
        </p:nvSpPr>
        <p:spPr>
          <a:xfrm>
            <a:off x="365760" y="1234440"/>
            <a:ext cx="347472" cy="347472"/>
          </a:xfrm>
          <a:prstGeom prst="ellipse">
            <a:avLst/>
          </a:prstGeom>
          <a:solidFill>
            <a:srgbClr val="2563EB"/>
          </a:solidFill>
          <a:ln/>
        </p:spPr>
        <p:txBody>
          <a:bodyPr/>
          <a:lstStyle/>
          <a:p>
            <a:endParaRPr lang="ja-JP" altLang="en-US"/>
          </a:p>
        </p:txBody>
      </p:sp>
      <p:sp>
        <p:nvSpPr>
          <p:cNvPr id="9" name="Text 7"/>
          <p:cNvSpPr/>
          <p:nvPr/>
        </p:nvSpPr>
        <p:spPr>
          <a:xfrm>
            <a:off x="365760" y="1243584"/>
            <a:ext cx="347472" cy="32918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p:nvPr/>
        </p:nvSpPr>
        <p:spPr>
          <a:xfrm>
            <a:off x="804672" y="1252728"/>
            <a:ext cx="7406640" cy="329184"/>
          </a:xfrm>
          <a:prstGeom prst="rect">
            <a:avLst/>
          </a:prstGeom>
          <a:noFill/>
          <a:ln/>
        </p:spPr>
        <p:txBody>
          <a:bodyPr wrap="square" lIns="0" tIns="0" rIns="0" bIns="0" rtlCol="0" anchor="ctr"/>
          <a:lstStyle/>
          <a:p>
            <a:pPr marL="0" indent="0">
              <a:buNone/>
            </a:pPr>
            <a:r>
              <a:rPr lang="en-US" sz="1200">
                <a:solidFill>
                  <a:srgbClr val="374151"/>
                </a:solidFill>
              </a:rPr>
              <a:t>master</a:t>
            </a:r>
            <a:r>
              <a:rPr lang="ja-JP" altLang="en-US" sz="1200">
                <a:solidFill>
                  <a:srgbClr val="374151"/>
                </a:solidFill>
              </a:rPr>
              <a:t>フォルダの </a:t>
            </a:r>
            <a:r>
              <a:rPr lang="en-US" sz="1200">
                <a:solidFill>
                  <a:srgbClr val="374151"/>
                </a:solidFill>
              </a:rPr>
              <a:t>tekazashi-app-ForMentenance.html </a:t>
            </a:r>
            <a:r>
              <a:rPr lang="ja-JP" altLang="en-US" sz="1200">
                <a:solidFill>
                  <a:srgbClr val="374151"/>
                </a:solidFill>
              </a:rPr>
              <a:t>を </a:t>
            </a:r>
            <a:r>
              <a:rPr lang="en-US" sz="1200">
                <a:solidFill>
                  <a:srgbClr val="374151"/>
                </a:solidFill>
              </a:rPr>
              <a:t>tekazashi-app.html </a:t>
            </a:r>
            <a:r>
              <a:rPr lang="ja-JP" altLang="en-US" sz="1200">
                <a:solidFill>
                  <a:srgbClr val="374151"/>
                </a:solidFill>
              </a:rPr>
              <a:t>にコピーして上書き</a:t>
            </a:r>
            <a:endParaRPr lang="en-US" sz="1200" dirty="0"/>
          </a:p>
        </p:txBody>
      </p:sp>
      <p:sp>
        <p:nvSpPr>
          <p:cNvPr id="11" name="Shape 9"/>
          <p:cNvSpPr/>
          <p:nvPr/>
        </p:nvSpPr>
        <p:spPr>
          <a:xfrm>
            <a:off x="365760" y="2011680"/>
            <a:ext cx="347472" cy="347472"/>
          </a:xfrm>
          <a:prstGeom prst="ellipse">
            <a:avLst/>
          </a:prstGeom>
          <a:solidFill>
            <a:srgbClr val="2563EB"/>
          </a:solidFill>
          <a:ln/>
        </p:spPr>
        <p:txBody>
          <a:bodyPr/>
          <a:lstStyle/>
          <a:p>
            <a:endParaRPr lang="ja-JP" altLang="en-US"/>
          </a:p>
        </p:txBody>
      </p:sp>
      <p:sp>
        <p:nvSpPr>
          <p:cNvPr id="12" name="Text 10"/>
          <p:cNvSpPr/>
          <p:nvPr/>
        </p:nvSpPr>
        <p:spPr>
          <a:xfrm>
            <a:off x="365760" y="2020824"/>
            <a:ext cx="347472" cy="32918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3" name="Text 11"/>
          <p:cNvSpPr/>
          <p:nvPr/>
        </p:nvSpPr>
        <p:spPr>
          <a:xfrm>
            <a:off x="804672" y="2029968"/>
            <a:ext cx="7406640" cy="329184"/>
          </a:xfrm>
          <a:prstGeom prst="rect">
            <a:avLst/>
          </a:prstGeom>
          <a:noFill/>
          <a:ln/>
        </p:spPr>
        <p:txBody>
          <a:bodyPr wrap="square" lIns="0" tIns="0" rIns="0" bIns="0" rtlCol="0" anchor="ctr"/>
          <a:lstStyle/>
          <a:p>
            <a:pPr marL="0" indent="0">
              <a:buNone/>
            </a:pPr>
            <a:r>
              <a:rPr lang="en-US" altLang="ja-JP" sz="1200">
                <a:solidFill>
                  <a:srgbClr val="374151"/>
                </a:solidFill>
              </a:rPr>
              <a:t>push.bat </a:t>
            </a:r>
            <a:r>
              <a:rPr lang="ja-JP" altLang="en-US" sz="1200">
                <a:solidFill>
                  <a:srgbClr val="374151"/>
                </a:solidFill>
              </a:rPr>
              <a:t>をダブルクリック → </a:t>
            </a:r>
            <a:r>
              <a:rPr lang="en-US" altLang="ja-JP" sz="1200">
                <a:solidFill>
                  <a:srgbClr val="374151"/>
                </a:solidFill>
              </a:rPr>
              <a:t>test </a:t>
            </a:r>
            <a:r>
              <a:rPr lang="ja-JP" altLang="en-US" sz="1200">
                <a:solidFill>
                  <a:srgbClr val="374151"/>
                </a:solidFill>
              </a:rPr>
              <a:t>ブランチへプッシュ → </a:t>
            </a:r>
            <a:r>
              <a:rPr lang="en-US" altLang="ja-JP" sz="1200">
                <a:solidFill>
                  <a:srgbClr val="374151"/>
                </a:solidFill>
              </a:rPr>
              <a:t>GitHub </a:t>
            </a:r>
            <a:r>
              <a:rPr lang="ja-JP" altLang="en-US" sz="1200">
                <a:solidFill>
                  <a:srgbClr val="374151"/>
                </a:solidFill>
              </a:rPr>
              <a:t>で </a:t>
            </a:r>
            <a:r>
              <a:rPr lang="en-US" altLang="ja-JP" sz="1200">
                <a:solidFill>
                  <a:srgbClr val="374151"/>
                </a:solidFill>
              </a:rPr>
              <a:t>PR </a:t>
            </a:r>
            <a:r>
              <a:rPr lang="ja-JP" altLang="en-US" sz="1200">
                <a:solidFill>
                  <a:srgbClr val="374151"/>
                </a:solidFill>
              </a:rPr>
              <a:t>承認</a:t>
            </a:r>
            <a:endParaRPr lang="en-US" sz="1200" dirty="0"/>
          </a:p>
        </p:txBody>
      </p:sp>
      <p:sp>
        <p:nvSpPr>
          <p:cNvPr id="14" name="Text 12"/>
          <p:cNvSpPr/>
          <p:nvPr/>
        </p:nvSpPr>
        <p:spPr>
          <a:xfrm>
            <a:off x="1188720" y="2377440"/>
            <a:ext cx="7315200" cy="274320"/>
          </a:xfrm>
          <a:prstGeom prst="rect">
            <a:avLst/>
          </a:prstGeom>
          <a:noFill/>
          <a:ln/>
        </p:spPr>
        <p:txBody>
          <a:bodyPr wrap="square" lIns="0" tIns="0" rIns="0" bIns="0" rtlCol="0" anchor="ctr"/>
          <a:lstStyle/>
          <a:p>
            <a:pPr marL="0" indent="0">
              <a:buNone/>
            </a:pPr>
            <a:r>
              <a:rPr lang="ja-JP" altLang="en-US" sz="1000" i="1">
                <a:solidFill>
                  <a:srgbClr val="6B7280"/>
                </a:solidFill>
              </a:rPr>
              <a:t>→ 知人がアクセスするとメンテナンス画面が表示される</a:t>
            </a:r>
            <a:endParaRPr lang="en-US" sz="1000" dirty="0"/>
          </a:p>
        </p:txBody>
      </p:sp>
      <p:sp>
        <p:nvSpPr>
          <p:cNvPr id="15" name="Shape 13"/>
          <p:cNvSpPr/>
          <p:nvPr/>
        </p:nvSpPr>
        <p:spPr>
          <a:xfrm>
            <a:off x="365760" y="2788920"/>
            <a:ext cx="347472" cy="347472"/>
          </a:xfrm>
          <a:prstGeom prst="ellipse">
            <a:avLst/>
          </a:prstGeom>
          <a:solidFill>
            <a:srgbClr val="2563EB"/>
          </a:solidFill>
          <a:ln/>
        </p:spPr>
        <p:txBody>
          <a:bodyPr/>
          <a:lstStyle/>
          <a:p>
            <a:endParaRPr lang="ja-JP" altLang="en-US"/>
          </a:p>
        </p:txBody>
      </p:sp>
      <p:sp>
        <p:nvSpPr>
          <p:cNvPr id="16" name="Text 14"/>
          <p:cNvSpPr/>
          <p:nvPr/>
        </p:nvSpPr>
        <p:spPr>
          <a:xfrm>
            <a:off x="365760" y="2798064"/>
            <a:ext cx="347472" cy="32918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7" name="Text 15"/>
          <p:cNvSpPr/>
          <p:nvPr/>
        </p:nvSpPr>
        <p:spPr>
          <a:xfrm>
            <a:off x="804672" y="2807208"/>
            <a:ext cx="7406640" cy="329184"/>
          </a:xfrm>
          <a:prstGeom prst="rect">
            <a:avLst/>
          </a:prstGeom>
          <a:noFill/>
          <a:ln/>
        </p:spPr>
        <p:txBody>
          <a:bodyPr wrap="square" lIns="0" tIns="0" rIns="0" bIns="0" rtlCol="0" anchor="ctr"/>
          <a:lstStyle/>
          <a:p>
            <a:pPr marL="0" indent="0">
              <a:buNone/>
            </a:pPr>
            <a:r>
              <a:rPr lang="en-US" altLang="ja-JP" sz="1200">
                <a:solidFill>
                  <a:srgbClr val="374151"/>
                </a:solidFill>
              </a:rPr>
              <a:t>Claude Code </a:t>
            </a:r>
            <a:r>
              <a:rPr lang="ja-JP" altLang="en-US" sz="1200">
                <a:solidFill>
                  <a:srgbClr val="374151"/>
                </a:solidFill>
              </a:rPr>
              <a:t>で修正作業・テストを実施する</a:t>
            </a:r>
            <a:endParaRPr lang="en-US" sz="1200" dirty="0"/>
          </a:p>
        </p:txBody>
      </p:sp>
      <p:sp>
        <p:nvSpPr>
          <p:cNvPr id="18" name="Text 16"/>
          <p:cNvSpPr/>
          <p:nvPr/>
        </p:nvSpPr>
        <p:spPr>
          <a:xfrm>
            <a:off x="1188720" y="3154680"/>
            <a:ext cx="7315200" cy="274320"/>
          </a:xfrm>
          <a:prstGeom prst="rect">
            <a:avLst/>
          </a:prstGeom>
          <a:noFill/>
          <a:ln/>
        </p:spPr>
        <p:txBody>
          <a:bodyPr wrap="square" lIns="0" tIns="0" rIns="0" bIns="0" rtlCol="0" anchor="ctr"/>
          <a:lstStyle/>
          <a:p>
            <a:pPr marL="0" indent="0">
              <a:buNone/>
            </a:pPr>
            <a:r>
              <a:rPr lang="ja-JP" altLang="en-US" sz="1000" i="1">
                <a:solidFill>
                  <a:srgbClr val="6B7280"/>
                </a:solidFill>
              </a:rPr>
              <a:t>→ </a:t>
            </a:r>
            <a:r>
              <a:rPr lang="en-US" altLang="ja-JP" sz="1000" i="1">
                <a:solidFill>
                  <a:srgbClr val="6B7280"/>
                </a:solidFill>
              </a:rPr>
              <a:t>master</a:t>
            </a:r>
            <a:r>
              <a:rPr lang="ja-JP" altLang="en-US" sz="1000" i="1">
                <a:solidFill>
                  <a:srgbClr val="6B7280"/>
                </a:solidFill>
              </a:rPr>
              <a:t>フォルダで </a:t>
            </a:r>
            <a:r>
              <a:rPr lang="en-US" altLang="ja-JP" sz="1000" i="1">
                <a:solidFill>
                  <a:srgbClr val="6B7280"/>
                </a:solidFill>
              </a:rPr>
              <a:t>Claude Code </a:t>
            </a:r>
            <a:r>
              <a:rPr lang="ja-JP" altLang="en-US" sz="1000" i="1">
                <a:solidFill>
                  <a:srgbClr val="6B7280"/>
                </a:solidFill>
              </a:rPr>
              <a:t>が直接ファイルを編集する</a:t>
            </a:r>
            <a:endParaRPr lang="en-US" sz="1000" dirty="0"/>
          </a:p>
        </p:txBody>
      </p:sp>
      <p:sp>
        <p:nvSpPr>
          <p:cNvPr id="19" name="Shape 17"/>
          <p:cNvSpPr/>
          <p:nvPr/>
        </p:nvSpPr>
        <p:spPr>
          <a:xfrm>
            <a:off x="365760" y="3566160"/>
            <a:ext cx="347472" cy="347472"/>
          </a:xfrm>
          <a:prstGeom prst="ellipse">
            <a:avLst/>
          </a:prstGeom>
          <a:solidFill>
            <a:srgbClr val="2563EB"/>
          </a:solidFill>
          <a:ln/>
        </p:spPr>
        <p:txBody>
          <a:bodyPr/>
          <a:lstStyle/>
          <a:p>
            <a:endParaRPr lang="ja-JP" altLang="en-US"/>
          </a:p>
        </p:txBody>
      </p:sp>
      <p:sp>
        <p:nvSpPr>
          <p:cNvPr id="20" name="Text 18"/>
          <p:cNvSpPr/>
          <p:nvPr/>
        </p:nvSpPr>
        <p:spPr>
          <a:xfrm>
            <a:off x="365760" y="3575304"/>
            <a:ext cx="347472" cy="32918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1" name="Text 19"/>
          <p:cNvSpPr/>
          <p:nvPr/>
        </p:nvSpPr>
        <p:spPr>
          <a:xfrm>
            <a:off x="804672" y="3584448"/>
            <a:ext cx="7406640" cy="329184"/>
          </a:xfrm>
          <a:prstGeom prst="rect">
            <a:avLst/>
          </a:prstGeom>
          <a:noFill/>
          <a:ln/>
        </p:spPr>
        <p:txBody>
          <a:bodyPr wrap="square" lIns="0" tIns="0" rIns="0" bIns="0" rtlCol="0" anchor="ctr"/>
          <a:lstStyle/>
          <a:p>
            <a:pPr marL="0" indent="0">
              <a:buNone/>
            </a:pPr>
            <a:r>
              <a:rPr lang="ja-JP" altLang="en-US" sz="1200">
                <a:solidFill>
                  <a:srgbClr val="374151"/>
                </a:solidFill>
              </a:rPr>
              <a:t>修正完了後、</a:t>
            </a:r>
            <a:r>
              <a:rPr lang="en-US" sz="1200">
                <a:solidFill>
                  <a:srgbClr val="374151"/>
                </a:solidFill>
              </a:rPr>
              <a:t>push.bat </a:t>
            </a:r>
            <a:r>
              <a:rPr lang="ja-JP" altLang="en-US" sz="1200">
                <a:solidFill>
                  <a:srgbClr val="374151"/>
                </a:solidFill>
              </a:rPr>
              <a:t>で反映 → </a:t>
            </a:r>
            <a:r>
              <a:rPr lang="en-US" sz="1200">
                <a:solidFill>
                  <a:srgbClr val="374151"/>
                </a:solidFill>
              </a:rPr>
              <a:t>GitHub PR </a:t>
            </a:r>
            <a:r>
              <a:rPr lang="ja-JP" altLang="en-US" sz="1200">
                <a:solidFill>
                  <a:srgbClr val="374151"/>
                </a:solidFill>
              </a:rPr>
              <a:t>承認 → 本番に復帰</a:t>
            </a:r>
            <a:endParaRPr lang="en-US" sz="1200" dirty="0"/>
          </a:p>
        </p:txBody>
      </p:sp>
      <p:sp>
        <p:nvSpPr>
          <p:cNvPr id="22" name="Shape 20"/>
          <p:cNvSpPr/>
          <p:nvPr/>
        </p:nvSpPr>
        <p:spPr>
          <a:xfrm>
            <a:off x="365760" y="4251960"/>
            <a:ext cx="8412480" cy="594360"/>
          </a:xfrm>
          <a:prstGeom prst="roundRect">
            <a:avLst>
              <a:gd name="adj" fmla="val 9231"/>
            </a:avLst>
          </a:prstGeom>
          <a:solidFill>
            <a:srgbClr val="F3F4F6"/>
          </a:solidFill>
          <a:ln w="12700">
            <a:solidFill>
              <a:srgbClr val="6B7280"/>
            </a:solidFill>
            <a:prstDash val="solid"/>
          </a:ln>
        </p:spPr>
        <p:txBody>
          <a:bodyPr/>
          <a:lstStyle/>
          <a:p>
            <a:endParaRPr lang="ja-JP" altLang="en-US"/>
          </a:p>
        </p:txBody>
      </p:sp>
      <p:sp>
        <p:nvSpPr>
          <p:cNvPr id="23" name="Text 21"/>
          <p:cNvSpPr/>
          <p:nvPr/>
        </p:nvSpPr>
        <p:spPr>
          <a:xfrm>
            <a:off x="548640" y="4315968"/>
            <a:ext cx="8046720" cy="457200"/>
          </a:xfrm>
          <a:prstGeom prst="rect">
            <a:avLst/>
          </a:prstGeom>
          <a:noFill/>
          <a:ln/>
        </p:spPr>
        <p:txBody>
          <a:bodyPr wrap="square" lIns="0" tIns="0" rIns="0" bIns="0" rtlCol="0" anchor="ctr"/>
          <a:lstStyle/>
          <a:p>
            <a:pPr marL="0" indent="0">
              <a:buNone/>
            </a:pPr>
            <a:r>
              <a:rPr lang="en-US" altLang="ja-JP" sz="1000" i="1">
                <a:solidFill>
                  <a:srgbClr val="374151"/>
                </a:solidFill>
              </a:rPr>
              <a:t>tekazashi-app-ForMentenance.html </a:t>
            </a:r>
            <a:r>
              <a:rPr lang="ja-JP" altLang="en-US" sz="1000" i="1">
                <a:solidFill>
                  <a:srgbClr val="374151"/>
                </a:solidFill>
              </a:rPr>
              <a:t>は </a:t>
            </a:r>
            <a:r>
              <a:rPr lang="en-US" altLang="ja-JP" sz="1000" i="1">
                <a:solidFill>
                  <a:srgbClr val="374151"/>
                </a:solidFill>
              </a:rPr>
              <a:t>manuals </a:t>
            </a:r>
            <a:r>
              <a:rPr lang="ja-JP" altLang="en-US" sz="1000" i="1">
                <a:solidFill>
                  <a:srgbClr val="374151"/>
                </a:solidFill>
              </a:rPr>
              <a:t>フォルダに保管。</a:t>
            </a:r>
            <a:r>
              <a:rPr lang="en-US" altLang="ja-JP" sz="1000" i="1">
                <a:solidFill>
                  <a:srgbClr val="374151"/>
                </a:solidFill>
              </a:rPr>
              <a:t>git </a:t>
            </a:r>
            <a:r>
              <a:rPr lang="ja-JP" altLang="en-US" sz="1000" i="1">
                <a:solidFill>
                  <a:srgbClr val="374151"/>
                </a:solidFill>
              </a:rPr>
              <a:t>には含まれません。</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3A5F"/>
          </a:solidFill>
          <a:ln/>
        </p:spPr>
        <p:txBody>
          <a:bodyPr/>
          <a:lstStyle/>
          <a:p>
            <a:endParaRPr lang="ja-JP" altLang="en-US"/>
          </a:p>
        </p:txBody>
      </p:sp>
      <p:sp>
        <p:nvSpPr>
          <p:cNvPr id="3" name="Text 1"/>
          <p:cNvSpPr/>
          <p:nvPr/>
        </p:nvSpPr>
        <p:spPr>
          <a:xfrm>
            <a:off x="365760" y="45720"/>
            <a:ext cx="6400800" cy="548640"/>
          </a:xfrm>
          <a:prstGeom prst="rect">
            <a:avLst/>
          </a:prstGeom>
          <a:noFill/>
          <a:ln/>
        </p:spPr>
        <p:txBody>
          <a:bodyPr wrap="square" lIns="0" tIns="0" rIns="0" bIns="0" rtlCol="0" anchor="ctr"/>
          <a:lstStyle/>
          <a:p>
            <a:pPr marL="0" indent="0">
              <a:buNone/>
            </a:pPr>
            <a:r>
              <a:rPr lang="en-US" sz="2200" b="1" dirty="0">
                <a:solidFill>
                  <a:srgbClr val="FFFFFF"/>
                </a:solidFill>
              </a:rPr>
              <a:t>Firestore セキュリティルール</a:t>
            </a:r>
            <a:endParaRPr lang="en-US" sz="2200" dirty="0"/>
          </a:p>
        </p:txBody>
      </p:sp>
      <p:sp>
        <p:nvSpPr>
          <p:cNvPr id="4" name="Text 2"/>
          <p:cNvSpPr/>
          <p:nvPr/>
        </p:nvSpPr>
        <p:spPr>
          <a:xfrm>
            <a:off x="365760" y="685800"/>
            <a:ext cx="8229600" cy="365760"/>
          </a:xfrm>
          <a:prstGeom prst="rect">
            <a:avLst/>
          </a:prstGeom>
          <a:noFill/>
          <a:ln/>
        </p:spPr>
        <p:txBody>
          <a:bodyPr wrap="square" lIns="0" tIns="0" rIns="0" bIns="0" rtlCol="0" anchor="ctr"/>
          <a:lstStyle/>
          <a:p>
            <a:pPr marL="0" indent="0">
              <a:buNone/>
            </a:pPr>
            <a:r>
              <a:rPr lang="ja-JP" altLang="en-US" sz="1300" b="1">
                <a:solidFill>
                  <a:srgbClr val="2563EB"/>
                </a:solidFill>
              </a:rPr>
              <a:t>正しいセキュリティルールの設定（初回のみ・設定済み）</a:t>
            </a:r>
            <a:endParaRPr lang="en-US" sz="1300" dirty="0"/>
          </a:p>
        </p:txBody>
      </p:sp>
      <p:sp>
        <p:nvSpPr>
          <p:cNvPr id="5" name="Shape 3"/>
          <p:cNvSpPr/>
          <p:nvPr/>
        </p:nvSpPr>
        <p:spPr>
          <a:xfrm>
            <a:off x="0" y="4983480"/>
            <a:ext cx="9144000" cy="164592"/>
          </a:xfrm>
          <a:prstGeom prst="rect">
            <a:avLst/>
          </a:prstGeom>
          <a:solidFill>
            <a:srgbClr val="DBEAFE"/>
          </a:solidFill>
          <a:ln/>
        </p:spPr>
        <p:txBody>
          <a:bodyPr/>
          <a:lstStyle/>
          <a:p>
            <a:endParaRPr lang="ja-JP" altLang="en-US"/>
          </a:p>
        </p:txBody>
      </p:sp>
      <p:sp>
        <p:nvSpPr>
          <p:cNvPr id="6" name="Text 4"/>
          <p:cNvSpPr/>
          <p:nvPr/>
        </p:nvSpPr>
        <p:spPr>
          <a:xfrm>
            <a:off x="274320" y="4974336"/>
            <a:ext cx="5486400" cy="182880"/>
          </a:xfrm>
          <a:prstGeom prst="rect">
            <a:avLst/>
          </a:prstGeom>
          <a:noFill/>
          <a:ln/>
        </p:spPr>
        <p:txBody>
          <a:bodyPr wrap="square" lIns="0" tIns="0" rIns="0" bIns="0" rtlCol="0" anchor="ctr"/>
          <a:lstStyle/>
          <a:p>
            <a:pPr marL="0" indent="0">
              <a:buNone/>
            </a:pPr>
            <a:r>
              <a:rPr lang="en-US" sz="900" dirty="0">
                <a:solidFill>
                  <a:srgbClr val="6B7280"/>
                </a:solidFill>
              </a:rPr>
              <a:t>手かざし記録アプリ 運用マニュアル</a:t>
            </a:r>
            <a:endParaRPr lang="en-US" sz="900" dirty="0"/>
          </a:p>
        </p:txBody>
      </p:sp>
      <p:sp>
        <p:nvSpPr>
          <p:cNvPr id="7" name="Shape 5"/>
          <p:cNvSpPr/>
          <p:nvPr/>
        </p:nvSpPr>
        <p:spPr>
          <a:xfrm>
            <a:off x="365760" y="777240"/>
            <a:ext cx="8412480" cy="640080"/>
          </a:xfrm>
          <a:prstGeom prst="roundRect">
            <a:avLst>
              <a:gd name="adj" fmla="val 11429"/>
            </a:avLst>
          </a:prstGeom>
          <a:solidFill>
            <a:srgbClr val="FEE2E2"/>
          </a:solidFill>
          <a:ln w="12700">
            <a:solidFill>
              <a:srgbClr val="DBEAFE"/>
            </a:solidFill>
            <a:prstDash val="solid"/>
          </a:ln>
        </p:spPr>
        <p:txBody>
          <a:bodyPr/>
          <a:lstStyle/>
          <a:p>
            <a:endParaRPr lang="ja-JP" altLang="en-US"/>
          </a:p>
        </p:txBody>
      </p:sp>
      <p:sp>
        <p:nvSpPr>
          <p:cNvPr id="8" name="Text 6"/>
          <p:cNvSpPr/>
          <p:nvPr/>
        </p:nvSpPr>
        <p:spPr>
          <a:xfrm>
            <a:off x="502920" y="868680"/>
            <a:ext cx="8138160" cy="320040"/>
          </a:xfrm>
          <a:prstGeom prst="rect">
            <a:avLst/>
          </a:prstGeom>
          <a:noFill/>
          <a:ln/>
        </p:spPr>
        <p:txBody>
          <a:bodyPr wrap="square" lIns="0" tIns="0" rIns="0" bIns="0" rtlCol="0" anchor="ctr"/>
          <a:lstStyle/>
          <a:p>
            <a:pPr marL="0" indent="0">
              <a:buNone/>
            </a:pPr>
            <a:r>
              <a:rPr lang="ja-JP" altLang="en-US" sz="1200" b="1">
                <a:solidFill>
                  <a:srgbClr val="DC2626"/>
                </a:solidFill>
              </a:rPr>
              <a:t>⚠️ テストモードの期限切れに注意</a:t>
            </a:r>
            <a:endParaRPr lang="en-US" sz="1200" dirty="0"/>
          </a:p>
        </p:txBody>
      </p:sp>
      <p:sp>
        <p:nvSpPr>
          <p:cNvPr id="9" name="Text 7"/>
          <p:cNvSpPr/>
          <p:nvPr/>
        </p:nvSpPr>
        <p:spPr>
          <a:xfrm>
            <a:off x="502920" y="1161288"/>
            <a:ext cx="8138160" cy="164592"/>
          </a:xfrm>
          <a:prstGeom prst="rect">
            <a:avLst/>
          </a:prstGeom>
          <a:noFill/>
          <a:ln/>
        </p:spPr>
        <p:txBody>
          <a:bodyPr wrap="square" lIns="0" tIns="0" rIns="0" bIns="0" rtlCol="0" anchor="ctr"/>
          <a:lstStyle/>
          <a:p>
            <a:pPr marL="0" indent="0">
              <a:buNone/>
            </a:pPr>
            <a:r>
              <a:rPr lang="ja-JP" altLang="en-US" sz="1100">
                <a:solidFill>
                  <a:srgbClr val="374151"/>
                </a:solidFill>
              </a:rPr>
              <a:t>初期設定のテストモードには有効期限があります。期限が切れるとアプリが使えなくなります。</a:t>
            </a:r>
            <a:endParaRPr lang="en-US" sz="1100" dirty="0"/>
          </a:p>
        </p:txBody>
      </p:sp>
      <p:sp>
        <p:nvSpPr>
          <p:cNvPr id="10" name="Text 8"/>
          <p:cNvSpPr/>
          <p:nvPr/>
        </p:nvSpPr>
        <p:spPr>
          <a:xfrm>
            <a:off x="365760" y="1554480"/>
            <a:ext cx="8229600" cy="320040"/>
          </a:xfrm>
          <a:prstGeom prst="rect">
            <a:avLst/>
          </a:prstGeom>
          <a:noFill/>
          <a:ln/>
        </p:spPr>
        <p:txBody>
          <a:bodyPr wrap="square" lIns="0" tIns="0" rIns="0" bIns="0" rtlCol="0" anchor="ctr"/>
          <a:lstStyle/>
          <a:p>
            <a:pPr marL="0" indent="0">
              <a:buNone/>
            </a:pPr>
            <a:r>
              <a:rPr lang="en-US" sz="1300" b="1" dirty="0">
                <a:solidFill>
                  <a:srgbClr val="1E3A5F"/>
                </a:solidFill>
              </a:rPr>
              <a:t>本番用ルールの設定方法</a:t>
            </a:r>
            <a:endParaRPr lang="en-US" sz="1300" dirty="0"/>
          </a:p>
        </p:txBody>
      </p:sp>
      <p:sp>
        <p:nvSpPr>
          <p:cNvPr id="11" name="Shape 9"/>
          <p:cNvSpPr/>
          <p:nvPr/>
        </p:nvSpPr>
        <p:spPr>
          <a:xfrm>
            <a:off x="365760" y="1920240"/>
            <a:ext cx="347472" cy="347472"/>
          </a:xfrm>
          <a:prstGeom prst="ellipse">
            <a:avLst/>
          </a:prstGeom>
          <a:solidFill>
            <a:srgbClr val="2563EB"/>
          </a:solidFill>
          <a:ln/>
        </p:spPr>
        <p:txBody>
          <a:bodyPr/>
          <a:lstStyle/>
          <a:p>
            <a:endParaRPr lang="ja-JP" altLang="en-US"/>
          </a:p>
        </p:txBody>
      </p:sp>
      <p:sp>
        <p:nvSpPr>
          <p:cNvPr id="12" name="Text 10"/>
          <p:cNvSpPr/>
          <p:nvPr/>
        </p:nvSpPr>
        <p:spPr>
          <a:xfrm>
            <a:off x="365760" y="1929384"/>
            <a:ext cx="347472" cy="32918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3" name="Text 11"/>
          <p:cNvSpPr/>
          <p:nvPr/>
        </p:nvSpPr>
        <p:spPr>
          <a:xfrm>
            <a:off x="804672" y="1938528"/>
            <a:ext cx="4700201" cy="329184"/>
          </a:xfrm>
          <a:prstGeom prst="rect">
            <a:avLst/>
          </a:prstGeom>
          <a:noFill/>
          <a:ln/>
        </p:spPr>
        <p:txBody>
          <a:bodyPr wrap="square" lIns="0" tIns="0" rIns="0" bIns="0" rtlCol="0" anchor="ctr"/>
          <a:lstStyle/>
          <a:p>
            <a:pPr marL="0" indent="0">
              <a:buNone/>
            </a:pPr>
            <a:r>
              <a:rPr lang="en-US" sz="1200" dirty="0">
                <a:solidFill>
                  <a:srgbClr val="374151"/>
                </a:solidFill>
              </a:rPr>
              <a:t>Firebaseコンソール → Firestore Database → 「ルール」タブを開く</a:t>
            </a:r>
            <a:endParaRPr lang="en-US" sz="1200" dirty="0"/>
          </a:p>
        </p:txBody>
      </p:sp>
      <p:sp>
        <p:nvSpPr>
          <p:cNvPr id="14" name="Shape 12"/>
          <p:cNvSpPr/>
          <p:nvPr/>
        </p:nvSpPr>
        <p:spPr>
          <a:xfrm>
            <a:off x="365760" y="2395728"/>
            <a:ext cx="347472" cy="347472"/>
          </a:xfrm>
          <a:prstGeom prst="ellipse">
            <a:avLst/>
          </a:prstGeom>
          <a:solidFill>
            <a:srgbClr val="2563EB"/>
          </a:solidFill>
          <a:ln/>
        </p:spPr>
        <p:txBody>
          <a:bodyPr/>
          <a:lstStyle/>
          <a:p>
            <a:endParaRPr lang="ja-JP" altLang="en-US"/>
          </a:p>
        </p:txBody>
      </p:sp>
      <p:sp>
        <p:nvSpPr>
          <p:cNvPr id="15" name="Text 13"/>
          <p:cNvSpPr/>
          <p:nvPr/>
        </p:nvSpPr>
        <p:spPr>
          <a:xfrm>
            <a:off x="365760" y="2404872"/>
            <a:ext cx="347472" cy="32918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6" name="Text 14"/>
          <p:cNvSpPr/>
          <p:nvPr/>
        </p:nvSpPr>
        <p:spPr>
          <a:xfrm>
            <a:off x="804672" y="2414016"/>
            <a:ext cx="2044746" cy="329184"/>
          </a:xfrm>
          <a:prstGeom prst="rect">
            <a:avLst/>
          </a:prstGeom>
          <a:noFill/>
          <a:ln/>
        </p:spPr>
        <p:txBody>
          <a:bodyPr wrap="square" lIns="0" tIns="0" rIns="0" bIns="0" rtlCol="0" anchor="ctr"/>
          <a:lstStyle/>
          <a:p>
            <a:pPr marL="0" indent="0">
              <a:buNone/>
            </a:pPr>
            <a:r>
              <a:rPr lang="en-US" sz="1200" dirty="0">
                <a:solidFill>
                  <a:srgbClr val="374151"/>
                </a:solidFill>
              </a:rPr>
              <a:t>現在のルールをすべて削除</a:t>
            </a:r>
            <a:endParaRPr lang="en-US" sz="1200" dirty="0"/>
          </a:p>
        </p:txBody>
      </p:sp>
      <p:sp>
        <p:nvSpPr>
          <p:cNvPr id="17" name="Shape 15"/>
          <p:cNvSpPr/>
          <p:nvPr/>
        </p:nvSpPr>
        <p:spPr>
          <a:xfrm>
            <a:off x="365760" y="2871216"/>
            <a:ext cx="347472" cy="347472"/>
          </a:xfrm>
          <a:prstGeom prst="ellipse">
            <a:avLst/>
          </a:prstGeom>
          <a:solidFill>
            <a:srgbClr val="2563EB"/>
          </a:solidFill>
          <a:ln/>
        </p:spPr>
        <p:txBody>
          <a:bodyPr/>
          <a:lstStyle/>
          <a:p>
            <a:endParaRPr lang="ja-JP" altLang="en-US"/>
          </a:p>
        </p:txBody>
      </p:sp>
      <p:sp>
        <p:nvSpPr>
          <p:cNvPr id="18" name="Text 16"/>
          <p:cNvSpPr/>
          <p:nvPr/>
        </p:nvSpPr>
        <p:spPr>
          <a:xfrm>
            <a:off x="365760" y="2880360"/>
            <a:ext cx="347472" cy="32918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9" name="Text 17"/>
          <p:cNvSpPr/>
          <p:nvPr/>
        </p:nvSpPr>
        <p:spPr>
          <a:xfrm>
            <a:off x="804672" y="2889504"/>
            <a:ext cx="3873546" cy="329184"/>
          </a:xfrm>
          <a:prstGeom prst="rect">
            <a:avLst/>
          </a:prstGeom>
          <a:noFill/>
          <a:ln/>
        </p:spPr>
        <p:txBody>
          <a:bodyPr wrap="square" lIns="0" tIns="0" rIns="0" bIns="0" rtlCol="0" anchor="ctr"/>
          <a:lstStyle/>
          <a:p>
            <a:pPr marL="0" indent="0">
              <a:buNone/>
            </a:pPr>
            <a:r>
              <a:rPr lang="en-US" sz="1200" dirty="0">
                <a:solidFill>
                  <a:srgbClr val="374151"/>
                </a:solidFill>
              </a:rPr>
              <a:t>下記の本番ルールを貼り付けて「公開」をクリック</a:t>
            </a:r>
            <a:endParaRPr lang="en-US" sz="1200" dirty="0"/>
          </a:p>
        </p:txBody>
      </p:sp>
      <p:sp>
        <p:nvSpPr>
          <p:cNvPr id="20" name="Shape 18"/>
          <p:cNvSpPr/>
          <p:nvPr/>
        </p:nvSpPr>
        <p:spPr>
          <a:xfrm>
            <a:off x="365760" y="3410712"/>
            <a:ext cx="8412480" cy="1417320"/>
          </a:xfrm>
          <a:prstGeom prst="roundRect">
            <a:avLst>
              <a:gd name="adj" fmla="val 5161"/>
            </a:avLst>
          </a:prstGeom>
          <a:solidFill>
            <a:srgbClr val="1E2D40"/>
          </a:solidFill>
          <a:ln/>
        </p:spPr>
        <p:txBody>
          <a:bodyPr/>
          <a:lstStyle/>
          <a:p>
            <a:endParaRPr lang="ja-JP" altLang="en-US"/>
          </a:p>
        </p:txBody>
      </p:sp>
      <p:sp>
        <p:nvSpPr>
          <p:cNvPr id="21" name="Text 19"/>
          <p:cNvSpPr/>
          <p:nvPr/>
        </p:nvSpPr>
        <p:spPr>
          <a:xfrm>
            <a:off x="594360" y="3412467"/>
            <a:ext cx="7955280" cy="1298448"/>
          </a:xfrm>
          <a:prstGeom prst="rect">
            <a:avLst/>
          </a:prstGeom>
          <a:noFill/>
          <a:ln/>
        </p:spPr>
        <p:txBody>
          <a:bodyPr wrap="square" lIns="0" tIns="0" rIns="0" bIns="0" rtlCol="0" anchor="ctr"/>
          <a:lstStyle/>
          <a:p>
            <a:pPr marL="0" indent="0">
              <a:buNone/>
            </a:pPr>
            <a:r>
              <a:rPr lang="en-US" sz="300" dirty="0" err="1">
                <a:solidFill>
                  <a:schemeClr val="bg1"/>
                </a:solidFill>
                <a:latin typeface="Consolas" pitchFamily="34" charset="0"/>
                <a:ea typeface="Consolas" pitchFamily="34" charset="-122"/>
                <a:cs typeface="Consolas" pitchFamily="34" charset="-120"/>
              </a:rPr>
              <a:t>rules_version</a:t>
            </a:r>
            <a:r>
              <a:rPr lang="en-US" sz="300" dirty="0">
                <a:solidFill>
                  <a:schemeClr val="bg1"/>
                </a:solidFill>
                <a:latin typeface="Consolas" pitchFamily="34" charset="0"/>
                <a:ea typeface="Consolas" pitchFamily="34" charset="-122"/>
                <a:cs typeface="Consolas" pitchFamily="34" charset="-120"/>
              </a:rPr>
              <a:t> = '2';
service </a:t>
            </a:r>
            <a:r>
              <a:rPr lang="en-US" sz="300" dirty="0" err="1">
                <a:solidFill>
                  <a:schemeClr val="bg1"/>
                </a:solidFill>
                <a:latin typeface="Consolas" pitchFamily="34" charset="0"/>
                <a:ea typeface="Consolas" pitchFamily="34" charset="-122"/>
                <a:cs typeface="Consolas" pitchFamily="34" charset="-120"/>
              </a:rPr>
              <a:t>cloud.firestore</a:t>
            </a:r>
            <a:r>
              <a:rPr lang="en-US" sz="300" dirty="0">
                <a:solidFill>
                  <a:schemeClr val="bg1"/>
                </a:solidFill>
                <a:latin typeface="Consolas" pitchFamily="34" charset="0"/>
                <a:ea typeface="Consolas" pitchFamily="34" charset="-122"/>
                <a:cs typeface="Consolas" pitchFamily="34" charset="-120"/>
              </a:rPr>
              <a:t> {
  match /databases/{database}/documents {
    // </a:t>
            </a:r>
            <a:r>
              <a:rPr lang="ja-JP" altLang="en-US" sz="300" dirty="0">
                <a:solidFill>
                  <a:schemeClr val="bg1"/>
                </a:solidFill>
                <a:latin typeface="Consolas" pitchFamily="34" charset="0"/>
                <a:ea typeface="Consolas" pitchFamily="34" charset="-122"/>
                <a:cs typeface="Consolas" pitchFamily="34" charset="-120"/>
              </a:rPr>
              <a:t>施光・受光・メモ：本人のみ読み書き
    </a:t>
            </a:r>
            <a:r>
              <a:rPr lang="en-US" sz="300" dirty="0">
                <a:solidFill>
                  <a:schemeClr val="bg1"/>
                </a:solidFill>
                <a:latin typeface="Consolas" pitchFamily="34" charset="0"/>
                <a:ea typeface="Consolas" pitchFamily="34" charset="-122"/>
                <a:cs typeface="Consolas" pitchFamily="34" charset="-120"/>
              </a:rPr>
              <a:t>match /{col}/{doc} {
      allow read, write: if </a:t>
            </a:r>
            <a:r>
              <a:rPr lang="en-US" sz="300" dirty="0" err="1">
                <a:solidFill>
                  <a:schemeClr val="bg1"/>
                </a:solidFill>
                <a:latin typeface="Consolas" pitchFamily="34" charset="0"/>
                <a:ea typeface="Consolas" pitchFamily="34" charset="-122"/>
                <a:cs typeface="Consolas" pitchFamily="34" charset="-120"/>
              </a:rPr>
              <a:t>request.auth</a:t>
            </a:r>
            <a:r>
              <a:rPr lang="en-US" sz="300" dirty="0">
                <a:solidFill>
                  <a:schemeClr val="bg1"/>
                </a:solidFill>
                <a:latin typeface="Consolas" pitchFamily="34" charset="0"/>
                <a:ea typeface="Consolas" pitchFamily="34" charset="-122"/>
                <a:cs typeface="Consolas" pitchFamily="34" charset="-120"/>
              </a:rPr>
              <a:t> != null
        &amp;&amp; </a:t>
            </a:r>
            <a:r>
              <a:rPr lang="en-US" sz="300" dirty="0" err="1">
                <a:solidFill>
                  <a:schemeClr val="bg1"/>
                </a:solidFill>
                <a:latin typeface="Consolas" pitchFamily="34" charset="0"/>
                <a:ea typeface="Consolas" pitchFamily="34" charset="-122"/>
                <a:cs typeface="Consolas" pitchFamily="34" charset="-120"/>
              </a:rPr>
              <a:t>request.auth.uid</a:t>
            </a:r>
            <a:r>
              <a:rPr lang="en-US" sz="300" dirty="0">
                <a:solidFill>
                  <a:schemeClr val="bg1"/>
                </a:solidFill>
                <a:latin typeface="Consolas" pitchFamily="34" charset="0"/>
                <a:ea typeface="Consolas" pitchFamily="34" charset="-122"/>
                <a:cs typeface="Consolas" pitchFamily="34" charset="-120"/>
              </a:rPr>
              <a:t> == </a:t>
            </a:r>
            <a:r>
              <a:rPr lang="en-US" sz="300" dirty="0" err="1">
                <a:solidFill>
                  <a:schemeClr val="bg1"/>
                </a:solidFill>
                <a:latin typeface="Consolas" pitchFamily="34" charset="0"/>
                <a:ea typeface="Consolas" pitchFamily="34" charset="-122"/>
                <a:cs typeface="Consolas" pitchFamily="34" charset="-120"/>
              </a:rPr>
              <a:t>resource.data.uid</a:t>
            </a:r>
            <a:r>
              <a:rPr lang="en-US" sz="300" dirty="0">
                <a:solidFill>
                  <a:schemeClr val="bg1"/>
                </a:solidFill>
                <a:latin typeface="Consolas" pitchFamily="34" charset="0"/>
                <a:ea typeface="Consolas" pitchFamily="34" charset="-122"/>
                <a:cs typeface="Consolas" pitchFamily="34" charset="-120"/>
              </a:rPr>
              <a:t>;
      allow create: if </a:t>
            </a:r>
            <a:r>
              <a:rPr lang="en-US" sz="300" dirty="0" err="1">
                <a:solidFill>
                  <a:schemeClr val="bg1"/>
                </a:solidFill>
                <a:latin typeface="Consolas" pitchFamily="34" charset="0"/>
                <a:ea typeface="Consolas" pitchFamily="34" charset="-122"/>
                <a:cs typeface="Consolas" pitchFamily="34" charset="-120"/>
              </a:rPr>
              <a:t>request.auth</a:t>
            </a:r>
            <a:r>
              <a:rPr lang="en-US" sz="300" dirty="0">
                <a:solidFill>
                  <a:schemeClr val="bg1"/>
                </a:solidFill>
                <a:latin typeface="Consolas" pitchFamily="34" charset="0"/>
                <a:ea typeface="Consolas" pitchFamily="34" charset="-122"/>
                <a:cs typeface="Consolas" pitchFamily="34" charset="-120"/>
              </a:rPr>
              <a:t> != null
        &amp;&amp; </a:t>
            </a:r>
            <a:r>
              <a:rPr lang="en-US" sz="300" dirty="0" err="1">
                <a:solidFill>
                  <a:schemeClr val="bg1"/>
                </a:solidFill>
                <a:latin typeface="Consolas" pitchFamily="34" charset="0"/>
                <a:ea typeface="Consolas" pitchFamily="34" charset="-122"/>
                <a:cs typeface="Consolas" pitchFamily="34" charset="-120"/>
              </a:rPr>
              <a:t>request.auth.uid</a:t>
            </a:r>
            <a:r>
              <a:rPr lang="en-US" sz="300" dirty="0">
                <a:solidFill>
                  <a:schemeClr val="bg1"/>
                </a:solidFill>
                <a:latin typeface="Consolas" pitchFamily="34" charset="0"/>
                <a:ea typeface="Consolas" pitchFamily="34" charset="-122"/>
                <a:cs typeface="Consolas" pitchFamily="34" charset="-120"/>
              </a:rPr>
              <a:t> == </a:t>
            </a:r>
            <a:r>
              <a:rPr lang="en-US" sz="300" dirty="0" err="1">
                <a:solidFill>
                  <a:schemeClr val="bg1"/>
                </a:solidFill>
                <a:latin typeface="Consolas" pitchFamily="34" charset="0"/>
                <a:ea typeface="Consolas" pitchFamily="34" charset="-122"/>
                <a:cs typeface="Consolas" pitchFamily="34" charset="-120"/>
              </a:rPr>
              <a:t>request.resource.data.uid</a:t>
            </a:r>
            <a:r>
              <a:rPr lang="en-US" sz="300" dirty="0">
                <a:solidFill>
                  <a:schemeClr val="bg1"/>
                </a:solidFill>
                <a:latin typeface="Consolas" pitchFamily="34" charset="0"/>
                <a:ea typeface="Consolas" pitchFamily="34" charset="-122"/>
                <a:cs typeface="Consolas" pitchFamily="34" charset="-120"/>
              </a:rPr>
              <a:t>;
    }
    // </a:t>
            </a:r>
            <a:r>
              <a:rPr lang="ja-JP" altLang="en-US" sz="300" dirty="0">
                <a:solidFill>
                  <a:schemeClr val="bg1"/>
                </a:solidFill>
                <a:latin typeface="Consolas" pitchFamily="34" charset="0"/>
                <a:ea typeface="Consolas" pitchFamily="34" charset="-122"/>
                <a:cs typeface="Consolas" pitchFamily="34" charset="-120"/>
              </a:rPr>
              <a:t>お知らせ設定：全員読み・管理者のみ書き
    </a:t>
            </a:r>
            <a:r>
              <a:rPr lang="en-US" sz="300" dirty="0">
                <a:solidFill>
                  <a:schemeClr val="bg1"/>
                </a:solidFill>
                <a:latin typeface="Consolas" pitchFamily="34" charset="0"/>
                <a:ea typeface="Consolas" pitchFamily="34" charset="-122"/>
                <a:cs typeface="Consolas" pitchFamily="34" charset="-120"/>
              </a:rPr>
              <a:t>match /settings/{doc} {
      allow read: if </a:t>
            </a:r>
            <a:r>
              <a:rPr lang="en-US" sz="300" dirty="0" err="1">
                <a:solidFill>
                  <a:schemeClr val="bg1"/>
                </a:solidFill>
                <a:latin typeface="Consolas" pitchFamily="34" charset="0"/>
                <a:ea typeface="Consolas" pitchFamily="34" charset="-122"/>
                <a:cs typeface="Consolas" pitchFamily="34" charset="-120"/>
              </a:rPr>
              <a:t>request.auth</a:t>
            </a:r>
            <a:r>
              <a:rPr lang="en-US" sz="300" dirty="0">
                <a:solidFill>
                  <a:schemeClr val="bg1"/>
                </a:solidFill>
                <a:latin typeface="Consolas" pitchFamily="34" charset="0"/>
                <a:ea typeface="Consolas" pitchFamily="34" charset="-122"/>
                <a:cs typeface="Consolas" pitchFamily="34" charset="-120"/>
              </a:rPr>
              <a:t> != null;
      allow write: if </a:t>
            </a:r>
            <a:r>
              <a:rPr lang="en-US" sz="300" dirty="0" err="1">
                <a:solidFill>
                  <a:schemeClr val="bg1"/>
                </a:solidFill>
                <a:latin typeface="Consolas" pitchFamily="34" charset="0"/>
                <a:ea typeface="Consolas" pitchFamily="34" charset="-122"/>
                <a:cs typeface="Consolas" pitchFamily="34" charset="-120"/>
              </a:rPr>
              <a:t>request.auth</a:t>
            </a:r>
            <a:r>
              <a:rPr lang="en-US" sz="300" dirty="0">
                <a:solidFill>
                  <a:schemeClr val="bg1"/>
                </a:solidFill>
                <a:latin typeface="Consolas" pitchFamily="34" charset="0"/>
                <a:ea typeface="Consolas" pitchFamily="34" charset="-122"/>
                <a:cs typeface="Consolas" pitchFamily="34" charset="-120"/>
              </a:rPr>
              <a:t> != null
        &amp;&amp; </a:t>
            </a:r>
            <a:r>
              <a:rPr lang="en-US" sz="300" dirty="0" err="1">
                <a:solidFill>
                  <a:schemeClr val="bg1"/>
                </a:solidFill>
                <a:latin typeface="Consolas" pitchFamily="34" charset="0"/>
                <a:ea typeface="Consolas" pitchFamily="34" charset="-122"/>
                <a:cs typeface="Consolas" pitchFamily="34" charset="-120"/>
              </a:rPr>
              <a:t>request.auth.uid</a:t>
            </a:r>
            <a:r>
              <a:rPr lang="en-US" sz="300" dirty="0">
                <a:solidFill>
                  <a:schemeClr val="bg1"/>
                </a:solidFill>
                <a:latin typeface="Consolas" pitchFamily="34" charset="0"/>
                <a:ea typeface="Consolas" pitchFamily="34" charset="-122"/>
                <a:cs typeface="Consolas" pitchFamily="34" charset="-120"/>
              </a:rPr>
              <a:t> == 'VqV9qx9rgec1QyrUhg76OLDqThG3';
    }
    // </a:t>
            </a:r>
            <a:r>
              <a:rPr lang="ja-JP" altLang="en-US" sz="300" dirty="0">
                <a:solidFill>
                  <a:schemeClr val="bg1"/>
                </a:solidFill>
                <a:latin typeface="Consolas" pitchFamily="34" charset="0"/>
                <a:ea typeface="Consolas" pitchFamily="34" charset="-122"/>
                <a:cs typeface="Consolas" pitchFamily="34" charset="-120"/>
              </a:rPr>
              <a:t>利用状況ログ：管理者のみ読み・本人書き
    </a:t>
            </a:r>
            <a:r>
              <a:rPr lang="en-US" sz="300" dirty="0">
                <a:solidFill>
                  <a:schemeClr val="bg1"/>
                </a:solidFill>
                <a:latin typeface="Consolas" pitchFamily="34" charset="0"/>
                <a:ea typeface="Consolas" pitchFamily="34" charset="-122"/>
                <a:cs typeface="Consolas" pitchFamily="34" charset="-120"/>
              </a:rPr>
              <a:t>match /</a:t>
            </a:r>
            <a:r>
              <a:rPr lang="en-US" sz="300" dirty="0" err="1">
                <a:solidFill>
                  <a:schemeClr val="bg1"/>
                </a:solidFill>
                <a:latin typeface="Consolas" pitchFamily="34" charset="0"/>
                <a:ea typeface="Consolas" pitchFamily="34" charset="-122"/>
                <a:cs typeface="Consolas" pitchFamily="34" charset="-120"/>
              </a:rPr>
              <a:t>usageLogs</a:t>
            </a:r>
            <a:r>
              <a:rPr lang="en-US" sz="300" dirty="0">
                <a:solidFill>
                  <a:schemeClr val="bg1"/>
                </a:solidFill>
                <a:latin typeface="Consolas" pitchFamily="34" charset="0"/>
                <a:ea typeface="Consolas" pitchFamily="34" charset="-122"/>
                <a:cs typeface="Consolas" pitchFamily="34" charset="-120"/>
              </a:rPr>
              <a:t>/{</a:t>
            </a:r>
            <a:r>
              <a:rPr lang="en-US" sz="300" dirty="0" err="1">
                <a:solidFill>
                  <a:schemeClr val="bg1"/>
                </a:solidFill>
                <a:latin typeface="Consolas" pitchFamily="34" charset="0"/>
                <a:ea typeface="Consolas" pitchFamily="34" charset="-122"/>
                <a:cs typeface="Consolas" pitchFamily="34" charset="-120"/>
              </a:rPr>
              <a:t>uid</a:t>
            </a:r>
            <a:r>
              <a:rPr lang="en-US" sz="300" dirty="0">
                <a:solidFill>
                  <a:schemeClr val="bg1"/>
                </a:solidFill>
                <a:latin typeface="Consolas" pitchFamily="34" charset="0"/>
                <a:ea typeface="Consolas" pitchFamily="34" charset="-122"/>
                <a:cs typeface="Consolas" pitchFamily="34" charset="-120"/>
              </a:rPr>
              <a:t>} {
      allow read: if </a:t>
            </a:r>
            <a:r>
              <a:rPr lang="en-US" sz="300" dirty="0" err="1">
                <a:solidFill>
                  <a:schemeClr val="bg1"/>
                </a:solidFill>
                <a:latin typeface="Consolas" pitchFamily="34" charset="0"/>
                <a:ea typeface="Consolas" pitchFamily="34" charset="-122"/>
                <a:cs typeface="Consolas" pitchFamily="34" charset="-120"/>
              </a:rPr>
              <a:t>request.auth</a:t>
            </a:r>
            <a:r>
              <a:rPr lang="en-US" sz="300" dirty="0">
                <a:solidFill>
                  <a:schemeClr val="bg1"/>
                </a:solidFill>
                <a:latin typeface="Consolas" pitchFamily="34" charset="0"/>
                <a:ea typeface="Consolas" pitchFamily="34" charset="-122"/>
                <a:cs typeface="Consolas" pitchFamily="34" charset="-120"/>
              </a:rPr>
              <a:t> != null
        &amp;&amp; </a:t>
            </a:r>
            <a:r>
              <a:rPr lang="en-US" sz="300" dirty="0" err="1">
                <a:solidFill>
                  <a:schemeClr val="bg1"/>
                </a:solidFill>
                <a:latin typeface="Consolas" pitchFamily="34" charset="0"/>
                <a:ea typeface="Consolas" pitchFamily="34" charset="-122"/>
                <a:cs typeface="Consolas" pitchFamily="34" charset="-120"/>
              </a:rPr>
              <a:t>request.auth.uid</a:t>
            </a:r>
            <a:r>
              <a:rPr lang="en-US" sz="300" dirty="0">
                <a:solidFill>
                  <a:schemeClr val="bg1"/>
                </a:solidFill>
                <a:latin typeface="Consolas" pitchFamily="34" charset="0"/>
                <a:ea typeface="Consolas" pitchFamily="34" charset="-122"/>
                <a:cs typeface="Consolas" pitchFamily="34" charset="-120"/>
              </a:rPr>
              <a:t> == 'VqV9qx9rgec1QyrUhg76OLDqThG3';
      allow write: if </a:t>
            </a:r>
            <a:r>
              <a:rPr lang="en-US" sz="300" dirty="0" err="1">
                <a:solidFill>
                  <a:schemeClr val="bg1"/>
                </a:solidFill>
                <a:latin typeface="Consolas" pitchFamily="34" charset="0"/>
                <a:ea typeface="Consolas" pitchFamily="34" charset="-122"/>
                <a:cs typeface="Consolas" pitchFamily="34" charset="-120"/>
              </a:rPr>
              <a:t>request.auth</a:t>
            </a:r>
            <a:r>
              <a:rPr lang="en-US" sz="300" dirty="0">
                <a:solidFill>
                  <a:schemeClr val="bg1"/>
                </a:solidFill>
                <a:latin typeface="Consolas" pitchFamily="34" charset="0"/>
                <a:ea typeface="Consolas" pitchFamily="34" charset="-122"/>
                <a:cs typeface="Consolas" pitchFamily="34" charset="-120"/>
              </a:rPr>
              <a:t> != null
        &amp;&amp; </a:t>
            </a:r>
            <a:r>
              <a:rPr lang="en-US" sz="300" dirty="0" err="1">
                <a:solidFill>
                  <a:schemeClr val="bg1"/>
                </a:solidFill>
                <a:latin typeface="Consolas" pitchFamily="34" charset="0"/>
                <a:ea typeface="Consolas" pitchFamily="34" charset="-122"/>
                <a:cs typeface="Consolas" pitchFamily="34" charset="-120"/>
              </a:rPr>
              <a:t>request.auth.uid</a:t>
            </a:r>
            <a:r>
              <a:rPr lang="en-US" sz="300" dirty="0">
                <a:solidFill>
                  <a:schemeClr val="bg1"/>
                </a:solidFill>
                <a:latin typeface="Consolas" pitchFamily="34" charset="0"/>
                <a:ea typeface="Consolas" pitchFamily="34" charset="-122"/>
                <a:cs typeface="Consolas" pitchFamily="34" charset="-120"/>
              </a:rPr>
              <a:t> == </a:t>
            </a:r>
            <a:r>
              <a:rPr lang="en-US" sz="300" dirty="0" err="1">
                <a:solidFill>
                  <a:schemeClr val="bg1"/>
                </a:solidFill>
                <a:latin typeface="Consolas" pitchFamily="34" charset="0"/>
                <a:ea typeface="Consolas" pitchFamily="34" charset="-122"/>
                <a:cs typeface="Consolas" pitchFamily="34" charset="-120"/>
              </a:rPr>
              <a:t>uid</a:t>
            </a:r>
            <a:r>
              <a:rPr lang="en-US" sz="300" dirty="0">
                <a:solidFill>
                  <a:schemeClr val="bg1"/>
                </a:solidFill>
                <a:latin typeface="Consolas" pitchFamily="34" charset="0"/>
                <a:ea typeface="Consolas" pitchFamily="34" charset="-122"/>
                <a:cs typeface="Consolas" pitchFamily="34" charset="-120"/>
              </a:rPr>
              <a:t>;
    }
  }
}</a:t>
            </a:r>
            <a:endParaRPr lang="en-US" sz="300" dirty="0">
              <a:solidFill>
                <a:schemeClr val="bg1"/>
              </a:solidFill>
            </a:endParaRPr>
          </a:p>
        </p:txBody>
      </p:sp>
      <p:sp>
        <p:nvSpPr>
          <p:cNvPr id="22" name="正方形/長方形 21">
            <a:extLst>
              <a:ext uri="{FF2B5EF4-FFF2-40B4-BE49-F238E27FC236}">
                <a16:creationId xmlns:a16="http://schemas.microsoft.com/office/drawing/2014/main" id="{9A96D32C-B049-059E-3893-865C82D235A3}"/>
              </a:ext>
            </a:extLst>
          </p:cNvPr>
          <p:cNvSpPr/>
          <p:nvPr/>
        </p:nvSpPr>
        <p:spPr>
          <a:xfrm>
            <a:off x="0" y="640080"/>
            <a:ext cx="9144000" cy="4503420"/>
          </a:xfrm>
          <a:prstGeom prst="rect">
            <a:avLst/>
          </a:prstGeom>
          <a:solidFill>
            <a:srgbClr val="000000">
              <a:alpha val="6902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000" dirty="0">
                <a:solidFill>
                  <a:srgbClr val="47FF9A"/>
                </a:solidFill>
              </a:rPr>
              <a:t>対応済み</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3A5F"/>
          </a:solidFill>
          <a:ln/>
        </p:spPr>
        <p:txBody>
          <a:bodyPr/>
          <a:lstStyle/>
          <a:p>
            <a:endParaRPr lang="ja-JP" altLang="en-US"/>
          </a:p>
        </p:txBody>
      </p:sp>
      <p:sp>
        <p:nvSpPr>
          <p:cNvPr id="3" name="Text 1"/>
          <p:cNvSpPr/>
          <p:nvPr/>
        </p:nvSpPr>
        <p:spPr>
          <a:xfrm>
            <a:off x="365760" y="45720"/>
            <a:ext cx="6400800" cy="548640"/>
          </a:xfrm>
          <a:prstGeom prst="rect">
            <a:avLst/>
          </a:prstGeom>
          <a:noFill/>
          <a:ln/>
        </p:spPr>
        <p:txBody>
          <a:bodyPr wrap="square" lIns="0" tIns="0" rIns="0" bIns="0" rtlCol="0" anchor="ctr"/>
          <a:lstStyle/>
          <a:p>
            <a:pPr marL="0" indent="0">
              <a:buNone/>
            </a:pPr>
            <a:r>
              <a:rPr lang="en-US" sz="2200" b="1" dirty="0">
                <a:solidFill>
                  <a:srgbClr val="FFFFFF"/>
                </a:solidFill>
              </a:rPr>
              <a:t>Claudeへの改修依頼方法</a:t>
            </a:r>
            <a:endParaRPr lang="en-US" sz="2200" dirty="0"/>
          </a:p>
        </p:txBody>
      </p:sp>
      <p:sp>
        <p:nvSpPr>
          <p:cNvPr id="4" name="Text 2"/>
          <p:cNvSpPr/>
          <p:nvPr/>
        </p:nvSpPr>
        <p:spPr>
          <a:xfrm>
            <a:off x="365760" y="685800"/>
            <a:ext cx="8229600" cy="365760"/>
          </a:xfrm>
          <a:prstGeom prst="rect">
            <a:avLst/>
          </a:prstGeom>
          <a:noFill/>
          <a:ln/>
        </p:spPr>
        <p:txBody>
          <a:bodyPr wrap="square" lIns="0" tIns="0" rIns="0" bIns="0" rtlCol="0" anchor="ctr"/>
          <a:lstStyle/>
          <a:p>
            <a:pPr marL="0" indent="0">
              <a:buNone/>
            </a:pPr>
            <a:r>
              <a:rPr lang="en-US" sz="1300" b="1" dirty="0">
                <a:solidFill>
                  <a:srgbClr val="2563EB"/>
                </a:solidFill>
              </a:rPr>
              <a:t>アプリを改善・修正したいときの依頼の仕方</a:t>
            </a:r>
            <a:endParaRPr lang="en-US" sz="1300" dirty="0"/>
          </a:p>
        </p:txBody>
      </p:sp>
      <p:sp>
        <p:nvSpPr>
          <p:cNvPr id="5" name="Shape 3"/>
          <p:cNvSpPr/>
          <p:nvPr/>
        </p:nvSpPr>
        <p:spPr>
          <a:xfrm>
            <a:off x="0" y="4983480"/>
            <a:ext cx="9144000" cy="164592"/>
          </a:xfrm>
          <a:prstGeom prst="rect">
            <a:avLst/>
          </a:prstGeom>
          <a:solidFill>
            <a:srgbClr val="DBEAFE"/>
          </a:solidFill>
          <a:ln/>
        </p:spPr>
        <p:txBody>
          <a:bodyPr/>
          <a:lstStyle/>
          <a:p>
            <a:endParaRPr lang="ja-JP" altLang="en-US"/>
          </a:p>
        </p:txBody>
      </p:sp>
      <p:sp>
        <p:nvSpPr>
          <p:cNvPr id="6" name="Text 4"/>
          <p:cNvSpPr/>
          <p:nvPr/>
        </p:nvSpPr>
        <p:spPr>
          <a:xfrm>
            <a:off x="274320" y="4974336"/>
            <a:ext cx="5486400" cy="182880"/>
          </a:xfrm>
          <a:prstGeom prst="rect">
            <a:avLst/>
          </a:prstGeom>
          <a:noFill/>
          <a:ln/>
        </p:spPr>
        <p:txBody>
          <a:bodyPr wrap="square" lIns="0" tIns="0" rIns="0" bIns="0" rtlCol="0" anchor="ctr"/>
          <a:lstStyle/>
          <a:p>
            <a:pPr marL="0" indent="0">
              <a:buNone/>
            </a:pPr>
            <a:r>
              <a:rPr lang="en-US" sz="900" dirty="0">
                <a:solidFill>
                  <a:srgbClr val="6B7280"/>
                </a:solidFill>
              </a:rPr>
              <a:t>手かざし記録アプリ 運用マニュアル</a:t>
            </a:r>
            <a:endParaRPr lang="en-US" sz="900" dirty="0"/>
          </a:p>
        </p:txBody>
      </p:sp>
      <p:sp>
        <p:nvSpPr>
          <p:cNvPr id="7" name="Text 5"/>
          <p:cNvSpPr/>
          <p:nvPr/>
        </p:nvSpPr>
        <p:spPr>
          <a:xfrm>
            <a:off x="365760" y="964326"/>
            <a:ext cx="8412480" cy="365760"/>
          </a:xfrm>
          <a:prstGeom prst="rect">
            <a:avLst/>
          </a:prstGeom>
          <a:noFill/>
          <a:ln/>
        </p:spPr>
        <p:txBody>
          <a:bodyPr wrap="square" lIns="0" tIns="0" rIns="0" bIns="0" rtlCol="0" anchor="ctr"/>
          <a:lstStyle/>
          <a:p>
            <a:pPr marL="0" indent="0">
              <a:buNone/>
            </a:pPr>
            <a:r>
              <a:rPr lang="ja-JP" altLang="en-US" sz="1200" i="1">
                <a:solidFill>
                  <a:srgbClr val="6B7280"/>
                </a:solidFill>
              </a:rPr>
              <a:t>改修作業は </a:t>
            </a:r>
            <a:r>
              <a:rPr lang="en-US" altLang="ja-JP" sz="1200" i="1">
                <a:solidFill>
                  <a:srgbClr val="6B7280"/>
                </a:solidFill>
              </a:rPr>
              <a:t>Claude Code</a:t>
            </a:r>
            <a:r>
              <a:rPr lang="ja-JP" altLang="en-US" sz="1200" i="1">
                <a:solidFill>
                  <a:srgbClr val="6B7280"/>
                </a:solidFill>
              </a:rPr>
              <a:t>（</a:t>
            </a:r>
            <a:r>
              <a:rPr lang="en-US" altLang="ja-JP" sz="1200" i="1">
                <a:solidFill>
                  <a:srgbClr val="6B7280"/>
                </a:solidFill>
              </a:rPr>
              <a:t>PC</a:t>
            </a:r>
            <a:r>
              <a:rPr lang="ja-JP" altLang="en-US" sz="1200" i="1">
                <a:solidFill>
                  <a:srgbClr val="6B7280"/>
                </a:solidFill>
              </a:rPr>
              <a:t>アプリ）に依頼します。</a:t>
            </a:r>
            <a:r>
              <a:rPr lang="en-US" altLang="ja-JP" sz="1200" i="1">
                <a:solidFill>
                  <a:srgbClr val="6B7280"/>
                </a:solidFill>
              </a:rPr>
              <a:t>CLAUDE.md </a:t>
            </a:r>
            <a:r>
              <a:rPr lang="ja-JP" altLang="en-US" sz="1200" i="1">
                <a:solidFill>
                  <a:srgbClr val="6B7280"/>
                </a:solidFill>
              </a:rPr>
              <a:t>にファイル構成が記録されています。</a:t>
            </a:r>
            <a:endParaRPr lang="en-US" sz="1200" dirty="0"/>
          </a:p>
        </p:txBody>
      </p:sp>
      <p:sp>
        <p:nvSpPr>
          <p:cNvPr id="8" name="Shape 6"/>
          <p:cNvSpPr/>
          <p:nvPr/>
        </p:nvSpPr>
        <p:spPr>
          <a:xfrm>
            <a:off x="365760" y="1298448"/>
            <a:ext cx="2697480" cy="2560320"/>
          </a:xfrm>
          <a:prstGeom prst="roundRect">
            <a:avLst>
              <a:gd name="adj" fmla="val 3571"/>
            </a:avLst>
          </a:prstGeom>
          <a:solidFill>
            <a:srgbClr val="EFF6FF"/>
          </a:solidFill>
          <a:ln w="12700">
            <a:solidFill>
              <a:srgbClr val="DBEAFE"/>
            </a:solidFill>
            <a:prstDash val="solid"/>
          </a:ln>
        </p:spPr>
        <p:txBody>
          <a:bodyPr/>
          <a:lstStyle/>
          <a:p>
            <a:endParaRPr lang="ja-JP" altLang="en-US"/>
          </a:p>
        </p:txBody>
      </p:sp>
      <p:sp>
        <p:nvSpPr>
          <p:cNvPr id="9" name="Text 7"/>
          <p:cNvSpPr/>
          <p:nvPr/>
        </p:nvSpPr>
        <p:spPr>
          <a:xfrm>
            <a:off x="365760" y="1389888"/>
            <a:ext cx="269748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0" name="Text 8"/>
          <p:cNvSpPr/>
          <p:nvPr/>
        </p:nvSpPr>
        <p:spPr>
          <a:xfrm>
            <a:off x="502920" y="1993392"/>
            <a:ext cx="2423160" cy="347472"/>
          </a:xfrm>
          <a:prstGeom prst="rect">
            <a:avLst/>
          </a:prstGeom>
          <a:noFill/>
          <a:ln/>
        </p:spPr>
        <p:txBody>
          <a:bodyPr wrap="square" lIns="0" tIns="0" rIns="0" bIns="0" rtlCol="0" anchor="ctr"/>
          <a:lstStyle/>
          <a:p>
            <a:pPr marL="0" indent="0" algn="ctr">
              <a:buNone/>
            </a:pPr>
            <a:r>
              <a:rPr lang="ja-JP" altLang="en-US" sz="1200" b="1">
                <a:solidFill>
                  <a:srgbClr val="1E3A5F"/>
                </a:solidFill>
              </a:rPr>
              <a:t>💬 修正依頼の例</a:t>
            </a:r>
            <a:endParaRPr lang="en-US" sz="1200" dirty="0"/>
          </a:p>
        </p:txBody>
      </p:sp>
      <p:sp>
        <p:nvSpPr>
          <p:cNvPr id="11" name="Text 9"/>
          <p:cNvSpPr/>
          <p:nvPr/>
        </p:nvSpPr>
        <p:spPr>
          <a:xfrm>
            <a:off x="502920" y="2395728"/>
            <a:ext cx="2423160" cy="1325880"/>
          </a:xfrm>
          <a:prstGeom prst="rect">
            <a:avLst/>
          </a:prstGeom>
          <a:noFill/>
          <a:ln/>
        </p:spPr>
        <p:txBody>
          <a:bodyPr wrap="square" lIns="0" tIns="0" rIns="0" bIns="0" rtlCol="0" anchor="ctr"/>
          <a:lstStyle/>
          <a:p>
            <a:pPr marL="0" indent="0">
              <a:buNone/>
            </a:pPr>
            <a:r>
              <a:rPr lang="ja-JP" altLang="en-US" sz="1050">
                <a:solidFill>
                  <a:srgbClr val="374151"/>
                </a:solidFill>
              </a:rPr>
              <a:t>「施光タブの〇〇が動かない」「〇〇画面をこう変えたい」など自然な言葉で</a:t>
            </a:r>
            <a:r>
              <a:rPr lang="en-US" altLang="ja-JP" sz="1050">
                <a:solidFill>
                  <a:srgbClr val="374151"/>
                </a:solidFill>
              </a:rPr>
              <a:t>OK</a:t>
            </a:r>
            <a:endParaRPr lang="en-US" sz="1050" dirty="0"/>
          </a:p>
        </p:txBody>
      </p:sp>
      <p:sp>
        <p:nvSpPr>
          <p:cNvPr id="12" name="Shape 10"/>
          <p:cNvSpPr/>
          <p:nvPr/>
        </p:nvSpPr>
        <p:spPr>
          <a:xfrm>
            <a:off x="3291840" y="1298448"/>
            <a:ext cx="2697480" cy="2560320"/>
          </a:xfrm>
          <a:prstGeom prst="roundRect">
            <a:avLst>
              <a:gd name="adj" fmla="val 3571"/>
            </a:avLst>
          </a:prstGeom>
          <a:solidFill>
            <a:srgbClr val="EFF6FF"/>
          </a:solidFill>
          <a:ln w="12700">
            <a:solidFill>
              <a:srgbClr val="DBEAFE"/>
            </a:solidFill>
            <a:prstDash val="solid"/>
          </a:ln>
        </p:spPr>
        <p:txBody>
          <a:bodyPr/>
          <a:lstStyle/>
          <a:p>
            <a:endParaRPr lang="ja-JP" altLang="en-US"/>
          </a:p>
        </p:txBody>
      </p:sp>
      <p:sp>
        <p:nvSpPr>
          <p:cNvPr id="13" name="Text 11"/>
          <p:cNvSpPr/>
          <p:nvPr/>
        </p:nvSpPr>
        <p:spPr>
          <a:xfrm>
            <a:off x="3291840" y="1389888"/>
            <a:ext cx="269748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4" name="Text 12"/>
          <p:cNvSpPr/>
          <p:nvPr/>
        </p:nvSpPr>
        <p:spPr>
          <a:xfrm>
            <a:off x="3429000" y="1993392"/>
            <a:ext cx="2423160" cy="347472"/>
          </a:xfrm>
          <a:prstGeom prst="rect">
            <a:avLst/>
          </a:prstGeom>
          <a:noFill/>
          <a:ln/>
        </p:spPr>
        <p:txBody>
          <a:bodyPr wrap="square" lIns="0" tIns="0" rIns="0" bIns="0" rtlCol="0" anchor="ctr"/>
          <a:lstStyle/>
          <a:p>
            <a:pPr marL="0" indent="0" algn="ctr">
              <a:buNone/>
            </a:pPr>
            <a:r>
              <a:rPr lang="ja-JP" altLang="en-US" sz="1200" b="1">
                <a:solidFill>
                  <a:srgbClr val="1E3A5F"/>
                </a:solidFill>
              </a:rPr>
              <a:t>⚙️ 作業の流れ</a:t>
            </a:r>
            <a:endParaRPr lang="en-US" sz="1200" dirty="0"/>
          </a:p>
        </p:txBody>
      </p:sp>
      <p:sp>
        <p:nvSpPr>
          <p:cNvPr id="15" name="Text 13"/>
          <p:cNvSpPr/>
          <p:nvPr/>
        </p:nvSpPr>
        <p:spPr>
          <a:xfrm>
            <a:off x="3429000" y="2395728"/>
            <a:ext cx="2423160" cy="1325880"/>
          </a:xfrm>
          <a:prstGeom prst="rect">
            <a:avLst/>
          </a:prstGeom>
          <a:noFill/>
          <a:ln/>
        </p:spPr>
        <p:txBody>
          <a:bodyPr wrap="square" lIns="0" tIns="0" rIns="0" bIns="0" rtlCol="0" anchor="ctr"/>
          <a:lstStyle/>
          <a:p>
            <a:pPr marL="0" indent="0">
              <a:buNone/>
            </a:pPr>
            <a:r>
              <a:rPr lang="en-US" altLang="ja-JP" sz="1050">
                <a:solidFill>
                  <a:srgbClr val="374151"/>
                </a:solidFill>
              </a:rPr>
              <a:t>Claude Code </a:t>
            </a:r>
            <a:r>
              <a:rPr lang="ja-JP" altLang="en-US" sz="1050">
                <a:solidFill>
                  <a:srgbClr val="374151"/>
                </a:solidFill>
              </a:rPr>
              <a:t>を開く → 修正依頼 → ファイルが自動修正される → </a:t>
            </a:r>
            <a:r>
              <a:rPr lang="en-US" altLang="ja-JP" sz="1050">
                <a:solidFill>
                  <a:srgbClr val="374151"/>
                </a:solidFill>
              </a:rPr>
              <a:t>push.bat → GitHub </a:t>
            </a:r>
            <a:r>
              <a:rPr lang="ja-JP" altLang="en-US" sz="1050">
                <a:solidFill>
                  <a:srgbClr val="374151"/>
                </a:solidFill>
              </a:rPr>
              <a:t>で </a:t>
            </a:r>
            <a:r>
              <a:rPr lang="en-US" altLang="ja-JP" sz="1050">
                <a:solidFill>
                  <a:srgbClr val="374151"/>
                </a:solidFill>
              </a:rPr>
              <a:t>PR </a:t>
            </a:r>
            <a:r>
              <a:rPr lang="ja-JP" altLang="en-US" sz="1050">
                <a:solidFill>
                  <a:srgbClr val="374151"/>
                </a:solidFill>
              </a:rPr>
              <a:t>承認</a:t>
            </a:r>
            <a:endParaRPr lang="en-US" sz="1050" dirty="0"/>
          </a:p>
        </p:txBody>
      </p:sp>
      <p:sp>
        <p:nvSpPr>
          <p:cNvPr id="16" name="Shape 14"/>
          <p:cNvSpPr/>
          <p:nvPr/>
        </p:nvSpPr>
        <p:spPr>
          <a:xfrm>
            <a:off x="6217920" y="1298448"/>
            <a:ext cx="2697480" cy="2560320"/>
          </a:xfrm>
          <a:prstGeom prst="roundRect">
            <a:avLst>
              <a:gd name="adj" fmla="val 3571"/>
            </a:avLst>
          </a:prstGeom>
          <a:solidFill>
            <a:srgbClr val="EFF6FF"/>
          </a:solidFill>
          <a:ln w="12700">
            <a:solidFill>
              <a:srgbClr val="DBEAFE"/>
            </a:solidFill>
            <a:prstDash val="solid"/>
          </a:ln>
        </p:spPr>
        <p:txBody>
          <a:bodyPr/>
          <a:lstStyle/>
          <a:p>
            <a:endParaRPr lang="ja-JP" altLang="en-US"/>
          </a:p>
        </p:txBody>
      </p:sp>
      <p:sp>
        <p:nvSpPr>
          <p:cNvPr id="17" name="Text 15"/>
          <p:cNvSpPr/>
          <p:nvPr/>
        </p:nvSpPr>
        <p:spPr>
          <a:xfrm>
            <a:off x="6217920" y="1389888"/>
            <a:ext cx="269748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8" name="Text 16"/>
          <p:cNvSpPr/>
          <p:nvPr/>
        </p:nvSpPr>
        <p:spPr>
          <a:xfrm>
            <a:off x="6355080" y="1993392"/>
            <a:ext cx="2423160" cy="347472"/>
          </a:xfrm>
          <a:prstGeom prst="rect">
            <a:avLst/>
          </a:prstGeom>
          <a:noFill/>
          <a:ln/>
        </p:spPr>
        <p:txBody>
          <a:bodyPr wrap="square" lIns="0" tIns="0" rIns="0" bIns="0" rtlCol="0" anchor="ctr"/>
          <a:lstStyle/>
          <a:p>
            <a:pPr marL="0" indent="0" algn="ctr">
              <a:buNone/>
            </a:pPr>
            <a:r>
              <a:rPr lang="ja-JP" altLang="en-US" sz="1200" b="1">
                <a:solidFill>
                  <a:srgbClr val="1E3A5F"/>
                </a:solidFill>
              </a:rPr>
              <a:t>🔍 エラー時の調べ方</a:t>
            </a:r>
            <a:endParaRPr lang="en-US" sz="1200" dirty="0"/>
          </a:p>
        </p:txBody>
      </p:sp>
      <p:sp>
        <p:nvSpPr>
          <p:cNvPr id="19" name="Text 17"/>
          <p:cNvSpPr/>
          <p:nvPr/>
        </p:nvSpPr>
        <p:spPr>
          <a:xfrm>
            <a:off x="6355080" y="2395728"/>
            <a:ext cx="2423160" cy="1325880"/>
          </a:xfrm>
          <a:prstGeom prst="rect">
            <a:avLst/>
          </a:prstGeom>
          <a:noFill/>
          <a:ln/>
        </p:spPr>
        <p:txBody>
          <a:bodyPr wrap="square" lIns="0" tIns="0" rIns="0" bIns="0" rtlCol="0" anchor="ctr"/>
          <a:lstStyle/>
          <a:p>
            <a:pPr marL="0" indent="0">
              <a:buNone/>
            </a:pPr>
            <a:r>
              <a:rPr lang="ja-JP" altLang="en-US" sz="1050">
                <a:solidFill>
                  <a:srgbClr val="374151"/>
                </a:solidFill>
              </a:rPr>
              <a:t>ブラウザで </a:t>
            </a:r>
            <a:r>
              <a:rPr lang="en-US" altLang="ja-JP" sz="1050">
                <a:solidFill>
                  <a:srgbClr val="374151"/>
                </a:solidFill>
              </a:rPr>
              <a:t>F12 → Console </a:t>
            </a:r>
            <a:r>
              <a:rPr lang="ja-JP" altLang="en-US" sz="1050">
                <a:solidFill>
                  <a:srgbClr val="374151"/>
                </a:solidFill>
              </a:rPr>
              <a:t>タブの赤いエラー文をそのまま </a:t>
            </a:r>
            <a:r>
              <a:rPr lang="en-US" altLang="ja-JP" sz="1050">
                <a:solidFill>
                  <a:srgbClr val="374151"/>
                </a:solidFill>
              </a:rPr>
              <a:t>Claude </a:t>
            </a:r>
            <a:r>
              <a:rPr lang="ja-JP" altLang="en-US" sz="1050">
                <a:solidFill>
                  <a:srgbClr val="374151"/>
                </a:solidFill>
              </a:rPr>
              <a:t>に貼り付ける</a:t>
            </a:r>
            <a:endParaRPr lang="en-US" sz="1050" dirty="0"/>
          </a:p>
        </p:txBody>
      </p:sp>
      <p:sp>
        <p:nvSpPr>
          <p:cNvPr id="20" name="Shape 18"/>
          <p:cNvSpPr/>
          <p:nvPr/>
        </p:nvSpPr>
        <p:spPr>
          <a:xfrm>
            <a:off x="365760" y="4041648"/>
            <a:ext cx="8412480" cy="804672"/>
          </a:xfrm>
          <a:prstGeom prst="roundRect">
            <a:avLst>
              <a:gd name="adj" fmla="val 9091"/>
            </a:avLst>
          </a:prstGeom>
          <a:solidFill>
            <a:srgbClr val="F3F4F6"/>
          </a:solidFill>
          <a:ln w="12700">
            <a:solidFill>
              <a:srgbClr val="DBEAFE"/>
            </a:solidFill>
            <a:prstDash val="solid"/>
          </a:ln>
        </p:spPr>
        <p:txBody>
          <a:bodyPr/>
          <a:lstStyle/>
          <a:p>
            <a:endParaRPr lang="ja-JP" altLang="en-US"/>
          </a:p>
        </p:txBody>
      </p:sp>
      <p:sp>
        <p:nvSpPr>
          <p:cNvPr id="21" name="Text 19"/>
          <p:cNvSpPr/>
          <p:nvPr/>
        </p:nvSpPr>
        <p:spPr>
          <a:xfrm>
            <a:off x="502920" y="4133088"/>
            <a:ext cx="8138160" cy="621792"/>
          </a:xfrm>
          <a:prstGeom prst="rect">
            <a:avLst/>
          </a:prstGeom>
          <a:noFill/>
          <a:ln/>
        </p:spPr>
        <p:txBody>
          <a:bodyPr wrap="square" lIns="0" tIns="0" rIns="0" bIns="0" rtlCol="0" anchor="ctr"/>
          <a:lstStyle/>
          <a:p>
            <a:pPr marL="0" indent="0">
              <a:buNone/>
            </a:pPr>
            <a:r>
              <a:rPr lang="en-US" altLang="ja-JP" sz="1100">
                <a:solidFill>
                  <a:srgbClr val="374151"/>
                </a:solidFill>
              </a:rPr>
              <a:t>master</a:t>
            </a:r>
            <a:r>
              <a:rPr lang="ja-JP" altLang="en-US" sz="1100">
                <a:solidFill>
                  <a:srgbClr val="374151"/>
                </a:solidFill>
              </a:rPr>
              <a:t>フォルダの </a:t>
            </a:r>
            <a:r>
              <a:rPr lang="en-US" altLang="ja-JP" sz="1100">
                <a:solidFill>
                  <a:srgbClr val="374151"/>
                </a:solidFill>
              </a:rPr>
              <a:t>CLAUDE.md </a:t>
            </a:r>
            <a:r>
              <a:rPr lang="ja-JP" altLang="en-US" sz="1100">
                <a:solidFill>
                  <a:srgbClr val="374151"/>
                </a:solidFill>
              </a:rPr>
              <a:t>に設計情報が記録されており、</a:t>
            </a:r>
            <a:r>
              <a:rPr lang="en-US" altLang="ja-JP" sz="1100">
                <a:solidFill>
                  <a:srgbClr val="374151"/>
                </a:solidFill>
              </a:rPr>
              <a:t>Claude Code </a:t>
            </a:r>
            <a:r>
              <a:rPr lang="ja-JP" altLang="en-US" sz="1100">
                <a:solidFill>
                  <a:srgbClr val="374151"/>
                </a:solidFill>
              </a:rPr>
              <a:t>が起動時に自動で読み込みます。新しいセッションでもすぐにファイル構成を把握して作業できます。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TotalTime>
  <Words>1105</Words>
  <Application>Microsoft Office PowerPoint</Application>
  <PresentationFormat>画面に合わせる (16:9)</PresentationFormat>
  <Paragraphs>124</Paragraphs>
  <Slides>9</Slides>
  <Notes>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Arial</vt:lpstr>
      <vt:lpstr>Consolas</vt:lpstr>
      <vt:lpstr>Courier New</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手かざし記録アプリ 運用・メンテナンスマニュアル</dc:title>
  <dc:subject>PptxGenJS Presentation</dc:subject>
  <dc:creator>PptxGenJS</dc:creator>
  <cp:lastModifiedBy>勇大 中里</cp:lastModifiedBy>
  <cp:revision>1</cp:revision>
  <dcterms:created xsi:type="dcterms:W3CDTF">2026-05-01T13:43:51Z</dcterms:created>
  <dcterms:modified xsi:type="dcterms:W3CDTF">2026-05-06T05:40:43Z</dcterms:modified>
</cp:coreProperties>
</file>